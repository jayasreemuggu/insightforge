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4" r:id="rId2"/>
    <p:sldMasterId id="2147483699" r:id="rId3"/>
    <p:sldMasterId id="2147483713" r:id="rId4"/>
  </p:sldMasterIdLst>
  <p:notesMasterIdLst>
    <p:notesMasterId r:id="rId10"/>
  </p:notesMasterIdLst>
  <p:sldIdLst>
    <p:sldId id="820" r:id="rId5"/>
    <p:sldId id="2857" r:id="rId6"/>
    <p:sldId id="1906872563" r:id="rId7"/>
    <p:sldId id="256" r:id="rId8"/>
    <p:sldId id="26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34" autoAdjust="0"/>
    <p:restoredTop sz="94660"/>
  </p:normalViewPr>
  <p:slideViewPr>
    <p:cSldViewPr snapToGrid="0">
      <p:cViewPr varScale="1">
        <p:scale>
          <a:sx n="78" d="100"/>
          <a:sy n="78" d="100"/>
        </p:scale>
        <p:origin x="113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04694-B363-4D2F-9288-55810FEE4433}" type="datetimeFigureOut">
              <a:rPr lang="en-US" smtClean="0"/>
              <a:t>8/16/2026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F16013-F085-4538-9539-111F70D152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0657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681651-9904-804F-8355-78350773C1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1263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.png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AC43ACC0-AD60-BDF4-2F68-94D9A9F04C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7605" y="757711"/>
            <a:ext cx="1243822" cy="353083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746E4763-F545-C94B-51CE-F4BC514C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001" y="3010442"/>
            <a:ext cx="6793920" cy="1329595"/>
          </a:xfrm>
          <a:prstGeom prst="rect">
            <a:avLst/>
          </a:prstGeom>
        </p:spPr>
        <p:txBody>
          <a:bodyPr anchor="b">
            <a:spAutoFit/>
          </a:bodyPr>
          <a:lstStyle>
            <a:lvl1pPr algn="l">
              <a:lnSpc>
                <a:spcPct val="9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C002026-094D-D1B0-BDA1-62996F2413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0622" y="4464059"/>
            <a:ext cx="6793920" cy="109284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92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36108AED-3E3E-1C9D-6AD6-AB28DC8162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81528" y="6124064"/>
            <a:ext cx="1832894" cy="1969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731500" rtl="0" eaLnBrk="1" latinLnBrk="0" hangingPunct="1">
              <a:spcAft>
                <a:spcPts val="0"/>
              </a:spcAft>
              <a:buNone/>
              <a:defRPr lang="en-US" sz="128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</p:spTree>
    <p:extLst>
      <p:ext uri="{BB962C8B-B14F-4D97-AF65-F5344CB8AC3E}">
        <p14:creationId xmlns:p14="http://schemas.microsoft.com/office/powerpoint/2010/main" val="3980020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xt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7" y="3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29" bIns="97529" rtlCol="0" anchor="ctr"/>
          <a:lstStyle/>
          <a:p>
            <a:pPr algn="ctr"/>
            <a:endParaRPr lang="en-US" sz="1919" dirty="0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455" y="572600"/>
            <a:ext cx="6757704" cy="433324"/>
          </a:xfrm>
        </p:spPr>
        <p:txBody>
          <a:bodyPr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9" y="2209172"/>
            <a:ext cx="6757703" cy="734934"/>
          </a:xfrm>
          <a:prstGeom prst="rect">
            <a:avLst/>
          </a:prstGeom>
        </p:spPr>
        <p:txBody>
          <a:bodyPr/>
          <a:lstStyle>
            <a:lvl1pPr>
              <a:defRPr lang="en-US" sz="144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9" y="1403018"/>
            <a:ext cx="6757703" cy="465875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920" b="0" i="0">
                <a:solidFill>
                  <a:schemeClr val="bg2"/>
                </a:solidFill>
                <a:latin typeface="+mn-lt"/>
              </a:defRPr>
            </a:lvl1pPr>
            <a:lvl2pPr marL="365752" indent="0">
              <a:buNone/>
              <a:defRPr sz="1600" b="1"/>
            </a:lvl2pPr>
            <a:lvl3pPr marL="731500" indent="0">
              <a:buNone/>
              <a:defRPr sz="1440" b="1"/>
            </a:lvl3pPr>
            <a:lvl4pPr marL="1097249" indent="0">
              <a:buNone/>
              <a:defRPr sz="1280" b="1"/>
            </a:lvl4pPr>
            <a:lvl5pPr marL="1462999" indent="0">
              <a:buNone/>
              <a:defRPr sz="1280" b="1"/>
            </a:lvl5pPr>
            <a:lvl6pPr marL="1828749" indent="0">
              <a:buNone/>
              <a:defRPr sz="1280" b="1"/>
            </a:lvl6pPr>
            <a:lvl7pPr marL="2194498" indent="0">
              <a:buNone/>
              <a:defRPr sz="1280" b="1"/>
            </a:lvl7pPr>
            <a:lvl8pPr marL="2560249" indent="0">
              <a:buNone/>
              <a:defRPr sz="1280" b="1"/>
            </a:lvl8pPr>
            <a:lvl9pPr marL="2925999" indent="0">
              <a:buNone/>
              <a:defRPr sz="128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1BFF566D-EEFC-0454-54B0-66CBAB8DA700}"/>
              </a:ext>
            </a:extLst>
          </p:cNvPr>
          <p:cNvSpPr txBox="1"/>
          <p:nvPr userDrawn="1"/>
        </p:nvSpPr>
        <p:spPr>
          <a:xfrm>
            <a:off x="9495177" y="6442170"/>
            <a:ext cx="1934825" cy="9848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1828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60"/>
              </a:spcAft>
              <a:buClrTx/>
              <a:buSzTx/>
              <a:buFontTx/>
              <a:buNone/>
              <a:tabLst/>
              <a:defRPr/>
            </a:pPr>
            <a:r>
              <a:rPr lang="en-US" sz="64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08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B0F19C31-6554-B271-0340-EE09C970123A}"/>
              </a:ext>
            </a:extLst>
          </p:cNvPr>
          <p:cNvSpPr txBox="1"/>
          <p:nvPr userDrawn="1"/>
        </p:nvSpPr>
        <p:spPr>
          <a:xfrm>
            <a:off x="11714824" y="6442170"/>
            <a:ext cx="96180" cy="9848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1828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6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64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1828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96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81" noProof="0" dirty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68417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7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mplex 1 -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108" y="13879"/>
            <a:ext cx="12203108" cy="6857999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652" y="2335980"/>
            <a:ext cx="4850670" cy="239334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5760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5656" y="4880705"/>
            <a:ext cx="4850672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1731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mplex 1 - Light mode Sim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108" y="0"/>
            <a:ext cx="6074968" cy="6871878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5567" y="3750135"/>
            <a:ext cx="3872092" cy="110825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001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95566" y="5092433"/>
            <a:ext cx="3872100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DAC0B31-54E2-8C2A-B25C-0569D02C30D8}"/>
              </a:ext>
            </a:extLst>
          </p:cNvPr>
          <p:cNvCxnSpPr>
            <a:cxnSpLocks/>
          </p:cNvCxnSpPr>
          <p:nvPr userDrawn="1"/>
        </p:nvCxnSpPr>
        <p:spPr>
          <a:xfrm flipV="1">
            <a:off x="12030688" y="3"/>
            <a:ext cx="0" cy="686569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CCFC0719-4C3D-0203-D62D-760E4FAE139B}"/>
              </a:ext>
            </a:extLst>
          </p:cNvPr>
          <p:cNvSpPr/>
          <p:nvPr userDrawn="1"/>
        </p:nvSpPr>
        <p:spPr>
          <a:xfrm>
            <a:off x="10493837" y="4"/>
            <a:ext cx="1698166" cy="6871195"/>
          </a:xfrm>
          <a:prstGeom prst="rect">
            <a:avLst/>
          </a:prstGeom>
          <a:solidFill>
            <a:srgbClr val="7500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3147" bIns="73147" rtlCol="0" anchor="ctr"/>
          <a:lstStyle/>
          <a:p>
            <a:pPr algn="ctr"/>
            <a:endParaRPr lang="en-CR" sz="1316" err="1"/>
          </a:p>
        </p:txBody>
      </p:sp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1005750" y="5422430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1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</p:spTree>
    <p:extLst>
      <p:ext uri="{BB962C8B-B14F-4D97-AF65-F5344CB8AC3E}">
        <p14:creationId xmlns:p14="http://schemas.microsoft.com/office/powerpoint/2010/main" val="735309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mplex 1 - Ligh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FC0719-4C3D-0203-D62D-760E4FAE139B}"/>
              </a:ext>
            </a:extLst>
          </p:cNvPr>
          <p:cNvSpPr/>
          <p:nvPr userDrawn="1"/>
        </p:nvSpPr>
        <p:spPr>
          <a:xfrm>
            <a:off x="9927452" y="2976340"/>
            <a:ext cx="2264549" cy="3894855"/>
          </a:xfrm>
          <a:prstGeom prst="rect">
            <a:avLst/>
          </a:prstGeom>
          <a:solidFill>
            <a:srgbClr val="7500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3147" bIns="73147" rtlCol="0" anchor="ctr"/>
          <a:lstStyle/>
          <a:p>
            <a:pPr algn="ctr"/>
            <a:endParaRPr lang="en-CR" sz="1316" err="1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2976341"/>
            <a:ext cx="6772251" cy="389485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3" name="Picture Placeholder 34">
            <a:extLst>
              <a:ext uri="{FF2B5EF4-FFF2-40B4-BE49-F238E27FC236}">
                <a16:creationId xmlns:a16="http://schemas.microsoft.com/office/drawing/2014/main" id="{5E4FE031-9091-8938-4EDF-260DFEFB13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72250" y="6121"/>
            <a:ext cx="5419750" cy="297021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11686" y="3954223"/>
            <a:ext cx="2264549" cy="2305712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sp>
        <p:nvSpPr>
          <p:cNvPr id="4" name="Graphic 17">
            <a:extLst>
              <a:ext uri="{FF2B5EF4-FFF2-40B4-BE49-F238E27FC236}">
                <a16:creationId xmlns:a16="http://schemas.microsoft.com/office/drawing/2014/main" id="{004BC2F2-E3DC-5CB3-0900-931F6D847B7E}"/>
              </a:ext>
            </a:extLst>
          </p:cNvPr>
          <p:cNvSpPr/>
          <p:nvPr userDrawn="1"/>
        </p:nvSpPr>
        <p:spPr>
          <a:xfrm>
            <a:off x="10787697" y="4602862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1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</p:spTree>
    <p:extLst>
      <p:ext uri="{BB962C8B-B14F-4D97-AF65-F5344CB8AC3E}">
        <p14:creationId xmlns:p14="http://schemas.microsoft.com/office/powerpoint/2010/main" val="20999142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mplex 1 - Gradient mode Sim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-1754"/>
            <a:ext cx="6235504" cy="6858000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358CE2-3010-CD39-B174-C1F97F9202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5506" y="3"/>
            <a:ext cx="4439498" cy="6858000"/>
          </a:xfrm>
          <a:prstGeom prst="rect">
            <a:avLst/>
          </a:prstGeom>
        </p:spPr>
      </p:pic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1156826" y="5684823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7817" y="3733230"/>
            <a:ext cx="3919968" cy="110825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001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07817" y="5065162"/>
            <a:ext cx="3919968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5087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mplex 1 - Gradien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2A9A34-82D5-6262-D129-D306B6F55F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40031" y="2976069"/>
            <a:ext cx="3298274" cy="388962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475C44C-8B0B-A1AE-ABDF-0F7C1DE8443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1543" y="-4090"/>
            <a:ext cx="6782996" cy="2980159"/>
          </a:xfrm>
          <a:prstGeom prst="rect">
            <a:avLst/>
          </a:prstGeom>
        </p:spPr>
      </p:pic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976340"/>
            <a:ext cx="6761155" cy="3889353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3" name="Picture Placeholder 34">
            <a:extLst>
              <a:ext uri="{FF2B5EF4-FFF2-40B4-BE49-F238E27FC236}">
                <a16:creationId xmlns:a16="http://schemas.microsoft.com/office/drawing/2014/main" id="{5E4FE031-9091-8938-4EDF-260DFEFB13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61156" y="-4090"/>
            <a:ext cx="5430845" cy="29804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1931" y="3954223"/>
            <a:ext cx="2264549" cy="217302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0787697" y="4593205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</p:spTree>
    <p:extLst>
      <p:ext uri="{BB962C8B-B14F-4D97-AF65-F5344CB8AC3E}">
        <p14:creationId xmlns:p14="http://schemas.microsoft.com/office/powerpoint/2010/main" val="1431359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mplex 1 - Gradien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B764AF4-DC76-040F-7F3B-393C800CFFE6}"/>
              </a:ext>
            </a:extLst>
          </p:cNvPr>
          <p:cNvSpPr/>
          <p:nvPr userDrawn="1"/>
        </p:nvSpPr>
        <p:spPr>
          <a:xfrm>
            <a:off x="6730950" y="2976067"/>
            <a:ext cx="3207355" cy="3881932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36" bIns="97536" rtlCol="0" anchor="ctr"/>
          <a:lstStyle/>
          <a:p>
            <a:pPr algn="ctr"/>
            <a:endParaRPr lang="en-US" sz="2339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813D5C-B200-03E1-0309-707A457AA933}"/>
              </a:ext>
            </a:extLst>
          </p:cNvPr>
          <p:cNvSpPr/>
          <p:nvPr userDrawn="1"/>
        </p:nvSpPr>
        <p:spPr>
          <a:xfrm>
            <a:off x="0" y="1"/>
            <a:ext cx="6771453" cy="2974598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36" bIns="97536" rtlCol="0" anchor="ctr"/>
          <a:lstStyle/>
          <a:p>
            <a:pPr algn="ctr"/>
            <a:endParaRPr lang="en-US" sz="2339" dirty="0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034" y="2976341"/>
            <a:ext cx="6740122" cy="3875539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3" name="Picture Placeholder 34">
            <a:extLst>
              <a:ext uri="{FF2B5EF4-FFF2-40B4-BE49-F238E27FC236}">
                <a16:creationId xmlns:a16="http://schemas.microsoft.com/office/drawing/2014/main" id="{5E4FE031-9091-8938-4EDF-260DFEFB13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72250" y="6121"/>
            <a:ext cx="5398719" cy="297021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0787697" y="4593205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4F08984-5A5F-2074-4481-4456FF81316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1931" y="3954223"/>
            <a:ext cx="2264549" cy="217302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074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alutation: gradi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1E54F49D-2B2F-7CDD-DC94-B6FF9A694B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copyright">
            <a:extLst>
              <a:ext uri="{FF2B5EF4-FFF2-40B4-BE49-F238E27FC236}">
                <a16:creationId xmlns:a16="http://schemas.microsoft.com/office/drawing/2014/main" id="{8F090878-FDCB-E32E-7E4D-4A1D113FA50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DD78C6E-A2CA-C7D3-D53E-97A08AAAEAD8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72D35A-1963-BF72-AA80-2201D2B01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6046527" cy="984885"/>
          </a:xfrm>
          <a:prstGeom prst="rect">
            <a:avLst/>
          </a:prstGeom>
        </p:spPr>
        <p:txBody>
          <a:bodyPr wrap="none" anchor="ctr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GTS_WH">
            <a:extLst>
              <a:ext uri="{FF2B5EF4-FFF2-40B4-BE49-F238E27FC236}">
                <a16:creationId xmlns:a16="http://schemas.microsoft.com/office/drawing/2014/main" id="{79093C77-020A-31D2-4F4F-DA77DEFA8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 dirty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266075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56F1F-FA65-4EEB-BDF1-3ABAA12E2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9222" y="240215"/>
            <a:ext cx="10515600" cy="306635"/>
          </a:xfrm>
        </p:spPr>
        <p:txBody>
          <a:bodyPr lIns="0" tIns="0" rIns="0" bIns="0" anchor="t">
            <a:normAutofit/>
          </a:bodyPr>
          <a:lstStyle>
            <a:lvl1pPr>
              <a:defRPr sz="2400">
                <a:solidFill>
                  <a:srgbClr val="33CC33"/>
                </a:solidFill>
                <a:latin typeface="Graphik Black" panose="020B0A0303020206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18A67-9B80-412E-9A41-C4F91B547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3647" y="6356350"/>
            <a:ext cx="2743200" cy="365125"/>
          </a:xfrm>
        </p:spPr>
        <p:txBody>
          <a:bodyPr/>
          <a:lstStyle/>
          <a:p>
            <a:fld id="{63FC6494-8DB7-494F-83AE-7187FC8A427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5E9138-10C8-4D5C-96AF-BA283019769A}"/>
              </a:ext>
            </a:extLst>
          </p:cNvPr>
          <p:cNvSpPr txBox="1"/>
          <p:nvPr userDrawn="1"/>
        </p:nvSpPr>
        <p:spPr>
          <a:xfrm>
            <a:off x="3470816" y="6629400"/>
            <a:ext cx="5250368" cy="22859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lvl="0" algn="ctr">
              <a:defRPr/>
            </a:pPr>
            <a:r>
              <a:rPr lang="en-US" sz="8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Graphik" panose="020B0503030202060203" pitchFamily="34" charset="0"/>
                <a:cs typeface="Arial" panose="020B0604020202020204" pitchFamily="34" charset="0"/>
              </a:rPr>
              <a:t>Copyright 2022 Accenture. All rights reserved. Accenture Confidential Information. Internal Use Only</a:t>
            </a:r>
            <a:endParaRPr kumimoji="0" lang="en-US" sz="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4CDE97-5B21-4B58-93AF-0B6CCB281B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9075" y="600260"/>
            <a:ext cx="10515600" cy="422275"/>
          </a:xfrm>
        </p:spPr>
        <p:txBody>
          <a:bodyPr vert="horz" lIns="0" tIns="0" rIns="0" bIns="0" rtlCol="0" anchor="t">
            <a:normAutofit/>
          </a:bodyPr>
          <a:lstStyle>
            <a:lvl1pPr>
              <a:defRPr lang="en-US" sz="1600" dirty="0" smtClean="0">
                <a:solidFill>
                  <a:srgbClr val="0070C0"/>
                </a:solidFill>
                <a:latin typeface="Graphik Black" panose="020B0A03030202060203" pitchFamily="34" charset="0"/>
                <a:ea typeface="+mj-ea"/>
                <a:cs typeface="+mj-cs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1646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laybook/Le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B9DB20E-402F-4429-B44A-BCDD110E2DF6}"/>
              </a:ext>
            </a:extLst>
          </p:cNvPr>
          <p:cNvGrpSpPr/>
          <p:nvPr userDrawn="1"/>
        </p:nvGrpSpPr>
        <p:grpSpPr>
          <a:xfrm>
            <a:off x="1" y="-4488"/>
            <a:ext cx="12191065" cy="6862488"/>
            <a:chOff x="0" y="-3366"/>
            <a:chExt cx="9143299" cy="5146866"/>
          </a:xfrm>
        </p:grpSpPr>
        <p:sp>
          <p:nvSpPr>
            <p:cNvPr id="3" name="Rectangle">
              <a:extLst>
                <a:ext uri="{FF2B5EF4-FFF2-40B4-BE49-F238E27FC236}">
                  <a16:creationId xmlns:a16="http://schemas.microsoft.com/office/drawing/2014/main" id="{C6B6D226-A844-B141-A337-85FFBCFDE485}"/>
                </a:ext>
              </a:extLst>
            </p:cNvPr>
            <p:cNvSpPr/>
            <p:nvPr userDrawn="1"/>
          </p:nvSpPr>
          <p:spPr>
            <a:xfrm>
              <a:off x="0" y="-3366"/>
              <a:ext cx="9143299" cy="5146866"/>
            </a:xfrm>
            <a:prstGeom prst="rect">
              <a:avLst/>
            </a:prstGeom>
            <a:solidFill>
              <a:srgbClr val="F5F7F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l">
                <a:defRPr sz="3200" b="0">
                  <a:solidFill>
                    <a:srgbClr val="5E5E5E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lang="en-US" sz="1600" noProof="0" dirty="0"/>
            </a:p>
          </p:txBody>
        </p:sp>
        <p:sp>
          <p:nvSpPr>
            <p:cNvPr id="4" name="Rectangle">
              <a:extLst>
                <a:ext uri="{FF2B5EF4-FFF2-40B4-BE49-F238E27FC236}">
                  <a16:creationId xmlns:a16="http://schemas.microsoft.com/office/drawing/2014/main" id="{D989BA39-7EC6-294F-AF53-B7142E5CDB12}"/>
                </a:ext>
              </a:extLst>
            </p:cNvPr>
            <p:cNvSpPr/>
            <p:nvPr userDrawn="1"/>
          </p:nvSpPr>
          <p:spPr>
            <a:xfrm>
              <a:off x="189491" y="197168"/>
              <a:ext cx="8794630" cy="4593579"/>
            </a:xfrm>
            <a:prstGeom prst="rect">
              <a:avLst/>
            </a:prstGeom>
            <a:solidFill>
              <a:srgbClr val="FFFFFF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lang="en-US" sz="1600" noProof="0" dirty="0"/>
            </a:p>
          </p:txBody>
        </p:sp>
      </p:grpSp>
      <p:sp>
        <p:nvSpPr>
          <p:cNvPr id="6" name="Copyright Ⓒ 2018 Accenture  All rights reserved">
            <a:extLst>
              <a:ext uri="{FF2B5EF4-FFF2-40B4-BE49-F238E27FC236}">
                <a16:creationId xmlns:a16="http://schemas.microsoft.com/office/drawing/2014/main" id="{8CACBDDE-75CD-C644-9B17-36349A723C74}"/>
              </a:ext>
            </a:extLst>
          </p:cNvPr>
          <p:cNvSpPr txBox="1"/>
          <p:nvPr/>
        </p:nvSpPr>
        <p:spPr>
          <a:xfrm>
            <a:off x="5688980" y="6565842"/>
            <a:ext cx="2324354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numCol="1" anchor="t">
            <a:spAutoFit/>
          </a:bodyPr>
          <a:lstStyle>
            <a:lvl1pPr algn="l" defTabSz="1828800">
              <a:defRPr sz="1600" b="0">
                <a:solidFill>
                  <a:srgbClr val="5E5E5E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r>
              <a:rPr lang="en-US" sz="800" noProof="0" dirty="0"/>
              <a:t>Copyright Ⓒ 2022 Accenture  All rights reserved</a:t>
            </a:r>
          </a:p>
        </p:txBody>
      </p:sp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C198B9B7-3351-804E-9791-0F86BB11B9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3757" y="515602"/>
            <a:ext cx="5880705" cy="1828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kumimoji="0" lang="en-US" sz="1051" b="0" i="0" u="none" strike="noStrike" cap="none" spc="0" normalizeH="0" baseline="0" dirty="0">
                <a:ln>
                  <a:noFill/>
                </a:ln>
                <a:solidFill>
                  <a:srgbClr val="313131"/>
                </a:solidFill>
                <a:effectLst/>
                <a:uFillTx/>
                <a:latin typeface="Graphik Medium"/>
                <a:ea typeface="Graphik Medium"/>
                <a:cs typeface="Graphik Medium"/>
                <a:sym typeface="Helvetica Neue"/>
              </a:defRPr>
            </a:lvl1pPr>
          </a:lstStyle>
          <a:p>
            <a:endParaRPr lang="en-US" noProof="0"/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8B591B01-1140-A446-97B6-CB7450ED42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758" y="726500"/>
            <a:ext cx="11058137" cy="120115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 dirty="0">
                <a:ln>
                  <a:noFill/>
                </a:ln>
                <a:solidFill>
                  <a:srgbClr val="313131"/>
                </a:solidFill>
                <a:effectLst/>
                <a:uFillTx/>
                <a:latin typeface="Graphik Extralight"/>
                <a:ea typeface="Graphik Extralight"/>
                <a:cs typeface="Graphik Extralight"/>
                <a:sym typeface="Helvetica Neue"/>
              </a:defRPr>
            </a:lvl1pPr>
          </a:lstStyle>
          <a:p>
            <a:endParaRPr lang="en-US" noProof="0" dirty="0"/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74F9075F-C7D3-C945-95B7-DC8B159B600D}"/>
              </a:ext>
            </a:extLst>
          </p:cNvPr>
          <p:cNvSpPr txBox="1"/>
          <p:nvPr userDrawn="1"/>
        </p:nvSpPr>
        <p:spPr>
          <a:xfrm>
            <a:off x="11641895" y="6555881"/>
            <a:ext cx="411480" cy="1744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ctr" defTabSz="4127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62C197D3-294B-0846-B7D0-AC071D2CBE2F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" panose="020B0503030202060203" pitchFamily="34" charset="77"/>
                <a:ea typeface="Helvetica Neue Light"/>
                <a:cs typeface="Helvetica Neue"/>
                <a:sym typeface="Helvetica Neue"/>
              </a:rPr>
              <a:pPr marL="0" marR="0" indent="0" algn="ctr" defTabSz="41274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Graphik" panose="020B0503030202060203" pitchFamily="34" charset="77"/>
              <a:ea typeface="Helvetica Neue Light"/>
              <a:cs typeface="Helvetica Neue"/>
              <a:sym typeface="Helvetica Neue"/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31462AE7-3669-354B-9330-98F8761FD9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6914" y="6465311"/>
            <a:ext cx="733863" cy="31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9733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1033">
          <p15:clr>
            <a:srgbClr val="FBAE40"/>
          </p15:clr>
        </p15:guide>
        <p15:guide id="2" orient="horz" pos="2938">
          <p15:clr>
            <a:srgbClr val="FBAE40"/>
          </p15:clr>
        </p15:guide>
        <p15:guide id="3" pos="269">
          <p15:clr>
            <a:srgbClr val="FBAE40"/>
          </p15:clr>
        </p15:guide>
        <p15:guide id="4" pos="5499">
          <p15:clr>
            <a:srgbClr val="FBAE40"/>
          </p15:clr>
        </p15:guide>
        <p15:guide id="5" pos="288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s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104290A-1E04-4AF8-82EA-4BADC5747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3647755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1AFBD-8268-6E4E-B726-58CFB16052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F82312-3184-8349-A074-E375B37B5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512A5-A4BF-F04E-9728-A4BCE2E07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56AAA-2B22-9448-A19B-5118FC26E10B}" type="datetimeFigureOut">
              <a:rPr lang="en-US" smtClean="0"/>
              <a:t>8/16/2026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1ACDA-90AD-DF4E-B1C9-3175F6A31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C3B2B-4BD8-8B4A-A487-317A72600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C613-4EEB-CC4B-B0A4-9C18D7586D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9299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04694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48671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19031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22114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89233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74737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67462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93588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80285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21726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846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DA81FCAA-64D2-4A9C-B16E-9C4E3BB431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29748" y="3813288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03CDC117-35F2-47B2-85B2-29CB8EE7E0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9748" y="4055931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 to go here</a:t>
            </a:r>
            <a:endParaRPr lang="en-GB" dirty="0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00A15EA9-2372-4E06-83C2-1E13AB1FA62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19820" y="3578084"/>
            <a:ext cx="778554" cy="778959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620110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key message here</a:t>
            </a:r>
          </a:p>
        </p:txBody>
      </p:sp>
    </p:spTree>
    <p:extLst>
      <p:ext uri="{BB962C8B-B14F-4D97-AF65-F5344CB8AC3E}">
        <p14:creationId xmlns:p14="http://schemas.microsoft.com/office/powerpoint/2010/main" val="3162796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46E4763-F545-C94B-51CE-F4BC514C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69" y="3010439"/>
            <a:ext cx="6793919" cy="1329595"/>
          </a:xfrm>
          <a:prstGeom prst="rect">
            <a:avLst/>
          </a:prstGeom>
        </p:spPr>
        <p:txBody>
          <a:bodyPr anchor="b">
            <a:spAutoFit/>
          </a:bodyPr>
          <a:lstStyle>
            <a:lvl1pPr algn="l">
              <a:lnSpc>
                <a:spcPct val="9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C002026-094D-D1B0-BDA1-62996F2413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69" y="4464055"/>
            <a:ext cx="6793919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pic>
        <p:nvPicPr>
          <p:cNvPr id="3" name="accenture" descr="accenture logo">
            <a:extLst>
              <a:ext uri="{FF2B5EF4-FFF2-40B4-BE49-F238E27FC236}">
                <a16:creationId xmlns:a16="http://schemas.microsoft.com/office/drawing/2014/main" id="{FF7A765D-4682-9084-D606-70A59390D7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21E81FC3-5B5A-36F1-7992-060E05D477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36108AED-3E3E-1C9D-6AD6-AB28DC8162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</p:spTree>
    <p:extLst>
      <p:ext uri="{BB962C8B-B14F-4D97-AF65-F5344CB8AC3E}">
        <p14:creationId xmlns:p14="http://schemas.microsoft.com/office/powerpoint/2010/main" val="4489203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951" y="3008948"/>
            <a:ext cx="6795392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71951" y="4475703"/>
            <a:ext cx="6795392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349A45E5-70FE-79EB-8E7A-1A2061B62B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57A6BE55-E9EF-68A2-0448-87EF125B2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B93529DF-12F1-3D03-117A-86D7C5AD9A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7506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0172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Song">
    <p:bg>
      <p:bgPr>
        <a:solidFill>
          <a:schemeClr val="tx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2F82E940-E7B0-A119-28B0-041715DCE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9" y="-2666263"/>
            <a:ext cx="6857999" cy="1219052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878D30E-951E-72C4-5535-66637753B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70" y="2952671"/>
            <a:ext cx="8931530" cy="664797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775FD5F-4D58-7741-C57A-08997F3E1DD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70" y="3741489"/>
            <a:ext cx="893153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EA105FD1-CA09-BDBB-C408-AB40400DB3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71950" y="5176580"/>
            <a:ext cx="3655291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D266AB3E-F8D9-4648-CDC8-BDA8246735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401494"/>
            <a:ext cx="3655291" cy="184666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E43744-0C39-A052-7487-659CA9C80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3638" y="6170081"/>
            <a:ext cx="1514051" cy="180050"/>
          </a:xfrm>
          <a:prstGeom prst="rect">
            <a:avLst/>
          </a:prstGeom>
        </p:spPr>
      </p:pic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id="{145CAD81-7743-A093-B6F5-E98233328E5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869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ient &amp; acquisition 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ysClr val="windowText" lastClr="000000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524589"/>
            <a:ext cx="8813534" cy="66479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id="{B644DD64-75F6-CAA6-3062-5DD0649C1338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36000" y="6022800"/>
            <a:ext cx="1044000" cy="27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0974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ient &amp; acquisition cover: gradi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dient">
            <a:extLst>
              <a:ext uri="{FF2B5EF4-FFF2-40B4-BE49-F238E27FC236}">
                <a16:creationId xmlns:a16="http://schemas.microsoft.com/office/drawing/2014/main" id="{50E1CD4C-93E5-0BD5-6237-D39D310F8C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8" y="-2666262"/>
            <a:ext cx="6857999" cy="1219052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2425701"/>
            <a:ext cx="8813534" cy="1763686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F9A1CCE7-7706-F83F-4541-BDA00F682B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19196" y="6016340"/>
            <a:ext cx="1082581" cy="28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7572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8DFF95F-BC04-BCE4-81EC-25C099CB74A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AR" sz="240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0" y="2187403"/>
            <a:ext cx="3091443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accent2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TS_WH">
            <a:extLst>
              <a:ext uri="{FF2B5EF4-FFF2-40B4-BE49-F238E27FC236}">
                <a16:creationId xmlns:a16="http://schemas.microsoft.com/office/drawing/2014/main" id="{042F1CA7-6A9E-5C2F-F3C0-78D6AFD6C7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 dirty="0">
              <a:latin typeface="Graphik" panose="020B0503030202060203" pitchFamily="34" charset="77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01AB161-4BFB-138B-C93C-DFFFE563CF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1600" y="2745679"/>
            <a:ext cx="3091443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5F63345-6C3E-8981-5F6D-DF2B3FF6475C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EA0A3F89-649C-BCA9-F69D-4791BE39CE26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445680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A4FF600-954F-A932-EB0A-7C9AF337B5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848" y="2187404"/>
            <a:ext cx="3098568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5D79A3D-AC3D-4EB4-AFB4-D6CEFA4231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9948" y="2745679"/>
            <a:ext cx="3093440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75818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798FE22-CDE6-88FF-ACBC-FD9C36E03D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49" y="1341439"/>
            <a:ext cx="2329381" cy="47879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7CBA93D-A16D-15A7-59FB-5DA53C303FE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59509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9F85972-AC4E-08A3-B374-8C2AF42D54F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080176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C21799C-032C-A3F2-FCE9-D7BE2B106CC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406324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solidFill>
                  <a:schemeClr val="tx2"/>
                </a:solidFill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563D9-F425-062E-85B6-BFD1ECBB98D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726991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439FCDF-0209-75C7-EEFD-72F454BE9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6063D68-A744-CDD7-FA67-D2E3EBBCDB1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59508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764EE2-7F2F-45E2-82F3-AAF71D3EB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2562457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591D4CA2-E2F2-5487-46F9-665130B94BE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80175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B5359CD-D0A3-6EBD-72CC-C75E6319F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883124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14973FE-1A5A-4784-BBEF-55CFBBF298D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406323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EC62542-3EC7-23B4-6810-D7943AD8A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09272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E4DD7065-8DBD-BB8F-6299-198F246266B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726990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78B4AEA-422E-5B9F-1050-B102C345D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529939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32383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7204A-4462-2F62-F226-525C35783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9ACF502-3E74-91C2-B945-4A140A77E48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50" y="1331548"/>
            <a:ext cx="3130551" cy="481230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6ED4F0B-36A9-C1D2-C829-FDA15A800F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26296" y="139911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40A9406-C547-1F85-E71D-853495CEBBB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48043" y="139809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21C5D35-2D9B-01B4-73C2-EF565E27FB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26296" y="237603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79B9814-F84A-3469-40B8-1C61FBBE11E2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148043" y="237523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731C7DC5-DAD9-9025-120D-FBB8C142A6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26296" y="3350384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BE139AE-63B6-C2C1-4D09-17C298F69AB6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148043" y="3352372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8EA33AE2-AAF8-CAB9-E244-AD70E24C3E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26296" y="4335521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7111FC3-B91A-E597-25A2-DCDF58B1DF3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148043" y="432951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8EC9E534-1AD8-73C5-C5AC-15F48DA342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6296" y="5307673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702F099-923C-04BF-8A6D-959AE146329A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148043" y="530665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</p:spTree>
    <p:extLst>
      <p:ext uri="{BB962C8B-B14F-4D97-AF65-F5344CB8AC3E}">
        <p14:creationId xmlns:p14="http://schemas.microsoft.com/office/powerpoint/2010/main" val="208052121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: gradi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87111667-186F-DD25-9A4B-3608F196AB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2B28B826-EFF3-117E-A205-62F240EBE2CC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776810"/>
            <a:ext cx="5715000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31547BE7-16A3-D21E-ADAC-48D17CDF30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5219056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56C59DBC-B2E5-1892-B37B-68897D1619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89497" y="2433053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08C622A3-6AC3-418E-A8AE-75B117754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white">
          <a:xfrm>
            <a:off x="10499353" y="5752334"/>
            <a:ext cx="509851" cy="559567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 dirty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48947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: image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462BA77-FAF3-D3DC-18C0-2C2257012A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772726BC-B615-3428-7DAF-2FCAE36D30B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accent2"/>
                </a:solidFill>
                <a:latin typeface="Graphik" panose="020B0503030202060203" pitchFamily="34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16" name="GTS_WH">
            <a:extLst>
              <a:ext uri="{FF2B5EF4-FFF2-40B4-BE49-F238E27FC236}">
                <a16:creationId xmlns:a16="http://schemas.microsoft.com/office/drawing/2014/main" id="{B99510A1-6B22-EF9F-A1BE-64088860C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 dirty="0">
              <a:latin typeface="Graphik" panose="020B0503030202060203" pitchFamily="34" charset="77"/>
            </a:endParaRPr>
          </a:p>
        </p:txBody>
      </p:sp>
      <p:sp>
        <p:nvSpPr>
          <p:cNvPr id="4" name="copyright">
            <a:extLst>
              <a:ext uri="{FF2B5EF4-FFF2-40B4-BE49-F238E27FC236}">
                <a16:creationId xmlns:a16="http://schemas.microsoft.com/office/drawing/2014/main" id="{3BFEEF07-2489-1DF1-A61D-F05EF6756806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89017E74-C690-EF85-4C2D-25D3ED0FF55F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390880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: image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F18E800-DE3F-7813-356B-5ABD49133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C1C7CFCC-2C79-7017-C82B-A74A2328517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A631764B-7AB2-0534-6571-AAD04310DA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2823CF50-4615-0652-00EC-47F06086B3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376501052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642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TS_WH">
            <a:extLst>
              <a:ext uri="{FF2B5EF4-FFF2-40B4-BE49-F238E27FC236}">
                <a16:creationId xmlns:a16="http://schemas.microsoft.com/office/drawing/2014/main" id="{5B94EC14-19BD-4059-DC76-FAB415316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 dirty="0">
              <a:latin typeface="Graphik" panose="020B0503030202060203" pitchFamily="34" charset="77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5404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dark mode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TS_WH">
            <a:extLst>
              <a:ext uri="{FF2B5EF4-FFF2-40B4-BE49-F238E27FC236}">
                <a16:creationId xmlns:a16="http://schemas.microsoft.com/office/drawing/2014/main" id="{5B94EC14-19BD-4059-DC76-FAB415316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 dirty="0">
              <a:solidFill>
                <a:schemeClr val="accent5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B399DA3F-4572-D252-06D8-F77FDA3E4F3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6325E3FE-E322-E468-99F4-AB54161673A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05F341DC-1615-BF26-3E11-E7C93BBCA3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46A6073-19DD-BFEA-265B-416448C27FF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C817BB1-741A-B4D2-8998-7808F772A72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81E65BC6-F788-3A86-EAB2-5E9C6AA562A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78A59011-034B-A4E1-6C3C-7B8CC2C9083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2995DA47-C5B7-57CE-BB2F-D8DF22C66EE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3791AE70-D198-977B-3194-D99863B9AF2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55334FA3-2E0A-0615-2560-B2DC41B4690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5F5DE397-D6A0-D7D6-85BF-7FE7AFED826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E93286B5-3D1C-B060-1798-83F5D175BF0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B84C73AF-390F-770C-CE5B-5193037C14B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C7D3162B-A725-7B11-308B-B829F919CAF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1036F6C-1EB0-4671-DED0-7D383AB6A05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0C635698-D554-679D-6A5E-E4E69ABF662E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38445449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light mo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77491F38-EA5D-D7B9-CAB2-157B785C36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2419F48-27CD-9483-1EC7-3FB199CA40D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8345CBF-50C2-FB65-17ED-3D6DA4271AC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4AFE20C7-1104-B877-56C6-12779547D57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888AF1FA-5C2F-7A4F-3490-6716382D7C6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70E8484-BCCD-6724-FC4D-BC84FAAE73C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F859FF9-60D5-2DBD-4D3D-49BD3A4EC22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698D04DC-A35C-18BC-A09D-06ED6125A3F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7AC48787-061F-65B7-CA0E-CA985E032C3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40C38646-2C59-7604-F628-AACD4C03C39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08AF3CEC-3718-6D4C-CF1D-F7582BAC713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9BE62818-1BA0-8973-B3E1-B2AA7A6835E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11860888-916F-055D-8C9B-DC5AE56B0E7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6C40C10B-9AA5-FB91-4468-195612A4AAB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87FBBF5-4C4B-2BA9-7671-182C65D1DBA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E3CD5EEB-45B3-CF04-96A5-62C5367B83C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133044225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5E6475EA-05F8-881F-8077-6C5A70245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2" y="1371601"/>
            <a:ext cx="11077726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Graphik" panose="020B0503030202060203" pitchFamily="34" charset="77"/>
              </a:defRPr>
            </a:lvl1pPr>
            <a:lvl2pPr>
              <a:defRPr sz="1400" b="0" i="0">
                <a:latin typeface="Graphik" panose="020B0503030202060203" pitchFamily="34" charset="77"/>
              </a:defRPr>
            </a:lvl2pPr>
            <a:lvl3pPr>
              <a:defRPr sz="1400" b="0" i="0">
                <a:latin typeface="Graphik" panose="020B0503030202060203" pitchFamily="34" charset="77"/>
              </a:defRPr>
            </a:lvl3pPr>
            <a:lvl4pPr>
              <a:defRPr sz="1050" b="0" i="0">
                <a:latin typeface="Graphik" panose="020B0503030202060203" pitchFamily="34" charset="77"/>
              </a:defRPr>
            </a:lvl4pPr>
            <a:lvl5pPr>
              <a:defRPr sz="105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  <a:lvl7pPr>
              <a:defRPr sz="1100" b="0" i="0">
                <a:latin typeface="Graphik" panose="020B0503030202060203" pitchFamily="34" charset="77"/>
              </a:defRPr>
            </a:lvl7pPr>
            <a:lvl9pPr>
              <a:defRPr sz="11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202251960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purple">
    <p:bg>
      <p:bgPr>
        <a:solidFill>
          <a:srgbClr val="4500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TS_WH">
            <a:extLst>
              <a:ext uri="{FF2B5EF4-FFF2-40B4-BE49-F238E27FC236}">
                <a16:creationId xmlns:a16="http://schemas.microsoft.com/office/drawing/2014/main" id="{5EFDEB3F-4743-43EA-A121-ED3CB6054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 dirty="0">
              <a:latin typeface="Graphik" panose="020B0503030202060203" pitchFamily="34" charset="77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2BD5E18-7BA8-5728-2FF2-876642FDAD1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77727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chemeClr val="tx1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chemeClr val="tx1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chemeClr val="tx1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C11A26-2DA7-C2CB-5CA4-C2226E694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7772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5605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1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198A5B9C-C3DA-AD99-4E28-C97B8A81C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84673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id="{7F75177E-60CD-488F-76CA-383DF4BA8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 dirty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9760677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C6DC0A-3CA3-F5A5-5E70-94036764C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EC44ACB-E461-9710-1A88-433105BDF5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Graphik" panose="020B0503030202060203" pitchFamily="34" charset="77"/>
              </a:defRPr>
            </a:lvl1pPr>
            <a:lvl2pPr>
              <a:defRPr sz="1400" b="0" i="0">
                <a:latin typeface="Graphik" panose="020B0503030202060203" pitchFamily="34" charset="77"/>
              </a:defRPr>
            </a:lvl2pPr>
            <a:lvl3pPr>
              <a:defRPr sz="1400" b="0" i="0">
                <a:latin typeface="Graphik" panose="020B0503030202060203" pitchFamily="34" charset="77"/>
              </a:defRPr>
            </a:lvl3pPr>
            <a:lvl4pPr>
              <a:defRPr sz="1050" b="0" i="0">
                <a:latin typeface="Graphik" panose="020B0503030202060203" pitchFamily="34" charset="77"/>
              </a:defRPr>
            </a:lvl4pPr>
            <a:lvl5pPr>
              <a:defRPr sz="105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  <a:lvl7pPr>
              <a:defRPr sz="1100" b="0" i="0">
                <a:latin typeface="Graphik" panose="020B0503030202060203" pitchFamily="34" charset="77"/>
              </a:defRPr>
            </a:lvl7pPr>
            <a:lvl9pPr>
              <a:defRPr sz="11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5467193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9">
          <p15:clr>
            <a:srgbClr val="547EBF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">
            <a:extLst>
              <a:ext uri="{FF2B5EF4-FFF2-40B4-BE49-F238E27FC236}">
                <a16:creationId xmlns:a16="http://schemas.microsoft.com/office/drawing/2014/main" id="{DB73B016-14F1-76F3-AF33-93292F228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C3F8CBC-7C73-A273-514B-A95005E2DF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id="{BDF14360-0E2D-7FE6-A174-E8EA0610C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 dirty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44716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9">
          <p15:clr>
            <a:srgbClr val="547EBF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48701463-9442-1142-516A-464964799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6042C45C-90BD-45D8-3274-EC8F9C34884E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36365271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4ADD1F44-0234-2D57-4413-4FC6C13C9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3A63DC6-F1D4-F48E-63CC-C7FB269035D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D1F96AC0-D13D-0E71-5754-A36D3204D2C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32746C65-211F-F944-7DC6-636860898795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19766795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2E7AEC39-79BA-E7A3-BBD2-6D1623631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600"/>
            <a:ext cx="4958430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6AA3A1C-64F6-5ED3-5870-9290D090DB5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3a">
            <a:extLst>
              <a:ext uri="{FF2B5EF4-FFF2-40B4-BE49-F238E27FC236}">
                <a16:creationId xmlns:a16="http://schemas.microsoft.com/office/drawing/2014/main" id="{5D9B6009-93F7-0EA3-7688-ED060527BD22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168501"/>
            <a:ext cx="4951564" cy="632327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DD884840-889C-7E2B-A21E-B460E6632A5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2857534"/>
            <a:ext cx="4951564" cy="3247991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0AA4D52-B7EF-3A7F-8F6B-EE17D2CD81D7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592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1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BE54C0EC-61DC-B59E-7818-7970359D5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29CD64B-978B-B166-4177-22D54438A49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4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3a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4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61424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408212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408212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3" name="Content Placeholder 7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408212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3041270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DE0ACE9-87AB-DC33-60CB-7857735C0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10921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6979C23-8BE9-7323-535F-C9F3337F59E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7772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1844800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2302000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561427" y="3124961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403235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3403235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E79F7D08-14C4-9387-451B-BF223111972A}"/>
              </a:ext>
            </a:extLst>
          </p:cNvPr>
          <p:cNvSpPr>
            <a:spLocks noGrp="1"/>
          </p:cNvSpPr>
          <p:nvPr>
            <p:ph sz="half" idx="36" hasCustomPrompt="1"/>
          </p:nvPr>
        </p:nvSpPr>
        <p:spPr>
          <a:xfrm>
            <a:off x="3403235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6245043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6245043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AD7E4C39-2249-402B-D65E-2FB4E6A324A7}"/>
              </a:ext>
            </a:extLst>
          </p:cNvPr>
          <p:cNvSpPr>
            <a:spLocks noGrp="1"/>
          </p:cNvSpPr>
          <p:nvPr>
            <p:ph sz="half" idx="39" hasCustomPrompt="1"/>
          </p:nvPr>
        </p:nvSpPr>
        <p:spPr>
          <a:xfrm>
            <a:off x="6245043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9086850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9086850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6" name="Content Placeholder 5">
            <a:extLst>
              <a:ext uri="{FF2B5EF4-FFF2-40B4-BE49-F238E27FC236}">
                <a16:creationId xmlns:a16="http://schemas.microsoft.com/office/drawing/2014/main" id="{D4259B04-F910-6FD9-9F42-BCED33ECAEA9}"/>
              </a:ext>
            </a:extLst>
          </p:cNvPr>
          <p:cNvSpPr>
            <a:spLocks noGrp="1"/>
          </p:cNvSpPr>
          <p:nvPr>
            <p:ph sz="half" idx="42" hasCustomPrompt="1"/>
          </p:nvPr>
        </p:nvSpPr>
        <p:spPr>
          <a:xfrm>
            <a:off x="9086850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 </a:t>
            </a:r>
          </a:p>
        </p:txBody>
      </p:sp>
    </p:spTree>
    <p:extLst>
      <p:ext uri="{BB962C8B-B14F-4D97-AF65-F5344CB8AC3E}">
        <p14:creationId xmlns:p14="http://schemas.microsoft.com/office/powerpoint/2010/main" val="3626589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5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0743A-ADC6-831B-B51D-02359B5DA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R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89688D-4CDD-6E55-2855-3448FFAECBE1}"/>
              </a:ext>
            </a:extLst>
          </p:cNvPr>
          <p:cNvCxnSpPr>
            <a:cxnSpLocks/>
          </p:cNvCxnSpPr>
          <p:nvPr userDrawn="1"/>
        </p:nvCxnSpPr>
        <p:spPr>
          <a:xfrm>
            <a:off x="550863" y="2386126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AD4217-E551-509C-58B9-B95944CCB63E}"/>
              </a:ext>
            </a:extLst>
          </p:cNvPr>
          <p:cNvCxnSpPr>
            <a:cxnSpLocks/>
          </p:cNvCxnSpPr>
          <p:nvPr userDrawn="1"/>
        </p:nvCxnSpPr>
        <p:spPr>
          <a:xfrm>
            <a:off x="550863" y="3393857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13E1FBEF-5FF1-E9BB-F6B9-7326BB5CB80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8" name="Text Placeholder 3a">
            <a:extLst>
              <a:ext uri="{FF2B5EF4-FFF2-40B4-BE49-F238E27FC236}">
                <a16:creationId xmlns:a16="http://schemas.microsoft.com/office/drawing/2014/main" id="{B9824907-86E3-1531-50ED-112E1C8CF38B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52785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F08F731E-CEF1-4878-3FD0-FAD6C27FD39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43153" y="252528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50" name="Text Placeholder 3a">
            <a:extLst>
              <a:ext uri="{FF2B5EF4-FFF2-40B4-BE49-F238E27FC236}">
                <a16:creationId xmlns:a16="http://schemas.microsoft.com/office/drawing/2014/main" id="{26505188-6359-30FA-BD41-1EE3AE7460F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9948122" y="252785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52" name="Text Placeholder 3a">
            <a:extLst>
              <a:ext uri="{FF2B5EF4-FFF2-40B4-BE49-F238E27FC236}">
                <a16:creationId xmlns:a16="http://schemas.microsoft.com/office/drawing/2014/main" id="{2F8B0EA0-CACA-263A-C93F-CBC13D1410B5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75960" y="354110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C42FCDB-4459-39E5-63C4-5DCECB1F820C}"/>
              </a:ext>
            </a:extLst>
          </p:cNvPr>
          <p:cNvCxnSpPr>
            <a:cxnSpLocks/>
          </p:cNvCxnSpPr>
          <p:nvPr userDrawn="1"/>
        </p:nvCxnSpPr>
        <p:spPr>
          <a:xfrm>
            <a:off x="563412" y="4412630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D9BC5705-EC9D-D2BB-D13E-6DCF41A2CFB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55702" y="353853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55" name="Text Placeholder 3a">
            <a:extLst>
              <a:ext uri="{FF2B5EF4-FFF2-40B4-BE49-F238E27FC236}">
                <a16:creationId xmlns:a16="http://schemas.microsoft.com/office/drawing/2014/main" id="{63F87C57-352F-9F6B-1FEC-F82F24A89FD5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9960671" y="354110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691468D-335A-5F09-ECAE-A20FF3432172}"/>
              </a:ext>
            </a:extLst>
          </p:cNvPr>
          <p:cNvCxnSpPr>
            <a:cxnSpLocks/>
          </p:cNvCxnSpPr>
          <p:nvPr userDrawn="1"/>
        </p:nvCxnSpPr>
        <p:spPr>
          <a:xfrm>
            <a:off x="563411" y="5409319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3a">
            <a:extLst>
              <a:ext uri="{FF2B5EF4-FFF2-40B4-BE49-F238E27FC236}">
                <a16:creationId xmlns:a16="http://schemas.microsoft.com/office/drawing/2014/main" id="{6A205F7E-A1D0-35BC-AC88-4EDB1ABA180C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75959" y="454332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0" name="Text Placeholder 47">
            <a:extLst>
              <a:ext uri="{FF2B5EF4-FFF2-40B4-BE49-F238E27FC236}">
                <a16:creationId xmlns:a16="http://schemas.microsoft.com/office/drawing/2014/main" id="{976843C5-C03A-A8D3-E5FA-0F07BFBDD7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55701" y="454074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61" name="Text Placeholder 3a">
            <a:extLst>
              <a:ext uri="{FF2B5EF4-FFF2-40B4-BE49-F238E27FC236}">
                <a16:creationId xmlns:a16="http://schemas.microsoft.com/office/drawing/2014/main" id="{99F72155-DC8E-FD59-347A-8E42F7539245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9960670" y="454332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2" name="Text Placeholder 3a">
            <a:extLst>
              <a:ext uri="{FF2B5EF4-FFF2-40B4-BE49-F238E27FC236}">
                <a16:creationId xmlns:a16="http://schemas.microsoft.com/office/drawing/2014/main" id="{46463B47-CA2F-FBD9-29CC-24F465D0AE42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588508" y="555657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4" name="Text Placeholder 47">
            <a:extLst>
              <a:ext uri="{FF2B5EF4-FFF2-40B4-BE49-F238E27FC236}">
                <a16:creationId xmlns:a16="http://schemas.microsoft.com/office/drawing/2014/main" id="{AE0584A6-3ABE-9106-5EC5-8BBE05F01F0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768250" y="555399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65" name="Text Placeholder 3a">
            <a:extLst>
              <a:ext uri="{FF2B5EF4-FFF2-40B4-BE49-F238E27FC236}">
                <a16:creationId xmlns:a16="http://schemas.microsoft.com/office/drawing/2014/main" id="{670F6FAD-5A3C-11EB-6E81-8B16B52F81EF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973219" y="555657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26044672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pli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0" y="0"/>
            <a:ext cx="4876801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dirty="0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8" y="572600"/>
            <a:ext cx="3984536" cy="78790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55048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accent2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598336"/>
            <a:ext cx="3148429" cy="3512832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CE15062E-1BE5-ECEF-BF47-4CDD412B3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 dirty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89597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lis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3998977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4456176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B306C-DA4C-EE64-1727-749659F0A7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3411" y="2472896"/>
            <a:ext cx="517160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lang="en-US" sz="18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marL="0" lvl="0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2843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2843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5118171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5125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7407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7407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8000A6-6DCD-FF31-392B-5CD7870A0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568" y="1515429"/>
            <a:ext cx="5175672" cy="886396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783FD05-DB3B-FD57-46A5-ACA36397CBF3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692901" y="0"/>
            <a:ext cx="5499100" cy="3429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36E3600-1199-1547-D313-449C38319BD9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9689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D84B231-1D63-35B5-7ECE-7094A7C3BD42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9689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8959258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5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xt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dirty="0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757704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7" name="Text Placeholder 47">
            <a:extLst>
              <a:ext uri="{FF2B5EF4-FFF2-40B4-BE49-F238E27FC236}">
                <a16:creationId xmlns:a16="http://schemas.microsoft.com/office/drawing/2014/main" id="{8ED52606-50DB-73E6-95EA-D88B274B22C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5240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8" name="Text Placeholder 3a">
            <a:extLst>
              <a:ext uri="{FF2B5EF4-FFF2-40B4-BE49-F238E27FC236}">
                <a16:creationId xmlns:a16="http://schemas.microsoft.com/office/drawing/2014/main" id="{AA248D68-4226-2C8B-DAF1-EBBE3A60A940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135240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1BFF566D-EEFC-0454-54B0-66CBAB8DA700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B0F19C31-6554-B271-0340-EE09C970123A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55828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71331"/>
            <a:ext cx="6898434" cy="4258007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dirty="0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D3D732C-3732-CD02-EAC3-668BD05D5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898434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47">
            <a:extLst>
              <a:ext uri="{FF2B5EF4-FFF2-40B4-BE49-F238E27FC236}">
                <a16:creationId xmlns:a16="http://schemas.microsoft.com/office/drawing/2014/main" id="{48660C5F-04AB-D437-8D1D-398DD42B66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92709" y="2254789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9" name="Text Placeholder 47">
            <a:extLst>
              <a:ext uri="{FF2B5EF4-FFF2-40B4-BE49-F238E27FC236}">
                <a16:creationId xmlns:a16="http://schemas.microsoft.com/office/drawing/2014/main" id="{87445057-4F7B-3130-60F5-D78783A2220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92709" y="3223267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10" name="Text Placeholder 47">
            <a:extLst>
              <a:ext uri="{FF2B5EF4-FFF2-40B4-BE49-F238E27FC236}">
                <a16:creationId xmlns:a16="http://schemas.microsoft.com/office/drawing/2014/main" id="{7153D109-A742-E656-63F7-1203E6EBAA1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92709" y="4191745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C773503D-16B0-06FF-353B-F4C73BE165A6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11" name="slide number automatic">
            <a:extLst>
              <a:ext uri="{FF2B5EF4-FFF2-40B4-BE49-F238E27FC236}">
                <a16:creationId xmlns:a16="http://schemas.microsoft.com/office/drawing/2014/main" id="{922D4837-A73E-8289-1E8F-AD0D5C3080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924508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white mo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550722-1BF3-D08F-D5F2-F357EE4FD5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3033307"/>
            <a:ext cx="4489017" cy="398699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tx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</p:spTree>
    <p:extLst>
      <p:ext uri="{BB962C8B-B14F-4D97-AF65-F5344CB8AC3E}">
        <p14:creationId xmlns:p14="http://schemas.microsoft.com/office/powerpoint/2010/main" val="1123222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 dirty="0">
              <a:latin typeface="Graphik" panose="020B0503030202060203" pitchFamily="34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0BE08F-518C-6621-8CFD-4A6B4150BC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244185"/>
            <a:ext cx="4489017" cy="397694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CDD1F25F-57C8-B39C-4928-D5758551C5BE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5E3D15D-8C37-9915-8ED3-632625C6F4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912050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A383F73A-0DDB-6544-ADBF-6FC2D5357A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176B75E-8527-3123-1BF5-5C5B849F38C1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 dirty="0">
              <a:latin typeface="Graphik" panose="020B0503030202060203" pitchFamily="34" charset="77"/>
            </a:endParaRP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A332159-0514-2C2D-4B40-662BCE968BE7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2250694F-F294-16BF-824E-C65B31D7824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7292A3-796A-5092-2636-A42C4142BA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319135"/>
            <a:ext cx="4489017" cy="382704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</p:spTree>
    <p:extLst>
      <p:ext uri="{BB962C8B-B14F-4D97-AF65-F5344CB8AC3E}">
        <p14:creationId xmlns:p14="http://schemas.microsoft.com/office/powerpoint/2010/main" val="22728420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2838703"/>
            <a:ext cx="5098087" cy="78790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3" name="Picture Placeholder 18">
            <a:extLst>
              <a:ext uri="{FF2B5EF4-FFF2-40B4-BE49-F238E27FC236}">
                <a16:creationId xmlns:a16="http://schemas.microsoft.com/office/drawing/2014/main" id="{65F763E4-6449-FB61-1EC3-49C208D39C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181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9BD1E420-1BB8-094F-77D8-F027430B17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 dirty="0">
              <a:latin typeface="Graphik" panose="020B0503030202060203" pitchFamily="34" charset="77"/>
            </a:endParaRPr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9AA3B26C-CA7F-B4DF-EE34-75C3462C65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8D5BD53D-6FAE-CF38-36EC-5B6A69250BA2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0F9A526-39EE-8272-4753-D784C27C5191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761EBD1-EAAC-E1FA-6310-1DCDC89C84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2005263"/>
            <a:ext cx="5098087" cy="245478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</p:spTree>
    <p:extLst>
      <p:ext uri="{BB962C8B-B14F-4D97-AF65-F5344CB8AC3E}">
        <p14:creationId xmlns:p14="http://schemas.microsoft.com/office/powerpoint/2010/main" val="21455262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right">
            <a:extLst>
              <a:ext uri="{FF2B5EF4-FFF2-40B4-BE49-F238E27FC236}">
                <a16:creationId xmlns:a16="http://schemas.microsoft.com/office/drawing/2014/main" id="{54E44863-5E53-DDCD-5FA5-173816802E74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id="{4F03B290-6E83-1A46-D0DD-7EDFE2CF4967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 dirty="0">
              <a:latin typeface="Graphik" panose="020B0503030202060203" pitchFamily="34" charset="77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9540C7-90CF-ACE6-34AE-174CDEB461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1941095"/>
            <a:ext cx="5098087" cy="2583124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5" name="Picture Placeholder 18">
            <a:extLst>
              <a:ext uri="{FF2B5EF4-FFF2-40B4-BE49-F238E27FC236}">
                <a16:creationId xmlns:a16="http://schemas.microsoft.com/office/drawing/2014/main" id="{0E1008B6-7792-F7C1-448D-E26EBA7F66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1449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9538720-5D87-005C-9D54-D7F07F69BE61}"/>
              </a:ext>
            </a:extLst>
          </p:cNvPr>
          <p:cNvSpPr txBox="1">
            <a:spLocks/>
          </p:cNvSpPr>
          <p:nvPr userDrawn="1"/>
        </p:nvSpPr>
        <p:spPr>
          <a:xfrm>
            <a:off x="7315200" y="6384001"/>
            <a:ext cx="41148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594">
              <a:spcAft>
                <a:spcPts val="1200"/>
              </a:spcAft>
              <a:defRPr/>
            </a:pPr>
            <a:r>
              <a:rPr lang="en-US" sz="800" b="0" i="0" dirty="0">
                <a:solidFill>
                  <a:schemeClr val="bg1"/>
                </a:solidFill>
                <a:latin typeface="Graphik" panose="020B0503030202060203" pitchFamily="34" charset="77"/>
              </a:rPr>
              <a:t>Copyright © 2025 Accenture. All rights reserved.</a:t>
            </a: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id="{4FE121F1-B169-11A8-1F63-C705FECD0AAA}"/>
              </a:ext>
            </a:extLst>
          </p:cNvPr>
          <p:cNvSpPr txBox="1">
            <a:spLocks/>
          </p:cNvSpPr>
          <p:nvPr userDrawn="1"/>
        </p:nvSpPr>
        <p:spPr>
          <a:xfrm>
            <a:off x="11484000" y="6384001"/>
            <a:ext cx="3276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914377" rtl="0" eaLnBrk="1" latinLnBrk="0" hangingPunct="1">
              <a:spcAft>
                <a:spcPts val="1200"/>
              </a:spcAft>
              <a:defRPr/>
            </a:pPr>
            <a:fld id="{73F1C454-A9D8-014C-8BFC-BAC2D203B5DF}" type="slidenum">
              <a:rPr lang="en-US" sz="800" b="0" i="0" kern="120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rPr>
              <a:pPr marL="0" algn="r" defTabSz="914377" rtl="0" eaLnBrk="1" latinLnBrk="0" hangingPunct="1">
                <a:spcAft>
                  <a:spcPts val="1200"/>
                </a:spcAft>
                <a:defRPr/>
              </a:pPr>
              <a:t>‹#›</a:t>
            </a:fld>
            <a:endParaRPr lang="en-US" sz="800" b="0" i="0" kern="1200" dirty="0">
              <a:solidFill>
                <a:schemeClr val="bg1"/>
              </a:solidFill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274A5B-9D05-0703-63C7-382088724F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3179796"/>
            <a:ext cx="7200000" cy="498406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rgbClr val="000000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</p:spTree>
    <p:extLst>
      <p:ext uri="{BB962C8B-B14F-4D97-AF65-F5344CB8AC3E}">
        <p14:creationId xmlns:p14="http://schemas.microsoft.com/office/powerpoint/2010/main" val="11438017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  <p15:guide id="2" pos="2880">
          <p15:clr>
            <a:srgbClr val="C35EA4"/>
          </p15:clr>
        </p15:guide>
        <p15:guide id="3" orient="horz" pos="2707">
          <p15:clr>
            <a:srgbClr val="C35EA4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E36F867-B36A-BD05-3724-F673E9B7FF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2037347"/>
            <a:ext cx="7200000" cy="2783304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chemeClr val="tx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EEB57D04-C7D4-5631-C9F1-4248B61F9522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6D94838E-FC9B-7D11-0B27-05F3B48DF76D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  <p:sp>
        <p:nvSpPr>
          <p:cNvPr id="2" name="GTS_WH">
            <a:extLst>
              <a:ext uri="{FF2B5EF4-FFF2-40B4-BE49-F238E27FC236}">
                <a16:creationId xmlns:a16="http://schemas.microsoft.com/office/drawing/2014/main" id="{881075DF-C9D3-AF39-7015-D15BA74DC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 dirty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52469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C386F6A9-4F1A-3944-E7D3-E26B3E55A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4D946-575C-A63A-1F36-F73012F28CC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341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4122B155-BA05-874A-7587-FD87E46FA21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341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9" name="Picture Placeholder 4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92543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530D0-8A8F-68C0-4E3A-39EE60F2A54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92543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Picture Placeholder 6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28745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220583F-078A-E528-E802-2F888AD1F0C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8745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64947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54AA6FC-4B12-B058-1F73-83023D3E1D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64947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011492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E7585F8-AF83-86FE-9FDC-FCBB8F0FDCB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11492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3332419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564646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6" name="Picture Placeholder 4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3569554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7" name="Picture Placeholder 6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657446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8" name="Picture Placeholder 8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957937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E190AA3D-F653-7DE3-E814-C735080B2FC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4645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845C65E-741B-B706-0B82-1C81A0F6B5D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69554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20C257B-A255-A185-7414-40904B81A8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574463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6CCAA45-3EAB-F22C-1634-630066DF8C2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579371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1017757-DC7D-283B-40ED-71A3ADDFA6E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63944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31352EF7-C8C2-5E64-698B-A2C388CB7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600"/>
            <a:ext cx="11070889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911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8934D7-8F0E-DAC2-009E-72AA89D1034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6FFCC06-23AF-63BD-C570-7D17CA07D430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12A42FC0-DC57-2DAF-9A2D-A7CC2A4D2438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75D1459B-043F-093D-F414-47A4829412A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F83C65DB-7D3F-C47F-0688-6ED36B4BC35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4C9ABC01-5EC3-7241-7C4A-88F421331E7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44690F9A-3FD8-58C2-C4B6-728AA0AC2DB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8B4CF385-9FC6-70A9-2E90-C43EAE77F58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A8CE1B5A-4E28-77C8-EB90-DDA864C98EE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D17BC01F-7509-B7D1-2FF2-419E3035A67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B5E87864-3492-16F6-7D53-F48ECFF71B6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0882B210-0FE9-9013-3A4F-EBDFFF0F91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67959CF-959A-6AC4-94D1-25F08AB1C4F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1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BC12817E-BFFB-996F-0414-D71850F8B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1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250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 dirty="0">
              <a:latin typeface="Graphik" panose="020B0503030202060203" pitchFamily="34" charset="77"/>
            </a:endParaRP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C79C29FA-AFA2-CB0C-7716-CE3754DCAD2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50" name="Title 2">
            <a:extLst>
              <a:ext uri="{FF2B5EF4-FFF2-40B4-BE49-F238E27FC236}">
                <a16:creationId xmlns:a16="http://schemas.microsoft.com/office/drawing/2014/main" id="{D9DE4A47-B387-28A0-0CCF-3D113159B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3" name="Picture Placeholder 2">
            <a:extLst>
              <a:ext uri="{FF2B5EF4-FFF2-40B4-BE49-F238E27FC236}">
                <a16:creationId xmlns:a16="http://schemas.microsoft.com/office/drawing/2014/main" id="{B6B30F3E-6876-0883-BD26-A4FC5D74BFEB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64" name="Picture Placeholder 4">
            <a:extLst>
              <a:ext uri="{FF2B5EF4-FFF2-40B4-BE49-F238E27FC236}">
                <a16:creationId xmlns:a16="http://schemas.microsoft.com/office/drawing/2014/main" id="{68CBCB53-EDC2-430A-6091-471E4A3C0E69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65" name="Picture Placeholder 6">
            <a:extLst>
              <a:ext uri="{FF2B5EF4-FFF2-40B4-BE49-F238E27FC236}">
                <a16:creationId xmlns:a16="http://schemas.microsoft.com/office/drawing/2014/main" id="{637BE686-D971-81F4-FECC-526CEF4F381E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66" name="Picture Placeholder 8">
            <a:extLst>
              <a:ext uri="{FF2B5EF4-FFF2-40B4-BE49-F238E27FC236}">
                <a16:creationId xmlns:a16="http://schemas.microsoft.com/office/drawing/2014/main" id="{BA07AFEE-DC74-E7A8-BDBA-BFFE9BF24CD9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67" name="Picture Placeholder 10">
            <a:extLst>
              <a:ext uri="{FF2B5EF4-FFF2-40B4-BE49-F238E27FC236}">
                <a16:creationId xmlns:a16="http://schemas.microsoft.com/office/drawing/2014/main" id="{90E75D7F-D480-7A96-4F8E-3631E15DA2AD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68" name="Picture Placeholder 12">
            <a:extLst>
              <a:ext uri="{FF2B5EF4-FFF2-40B4-BE49-F238E27FC236}">
                <a16:creationId xmlns:a16="http://schemas.microsoft.com/office/drawing/2014/main" id="{183F93F6-A09B-A2EF-64C2-4902846E241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69" name="Text Placeholder 3">
            <a:extLst>
              <a:ext uri="{FF2B5EF4-FFF2-40B4-BE49-F238E27FC236}">
                <a16:creationId xmlns:a16="http://schemas.microsoft.com/office/drawing/2014/main" id="{678182CD-97A5-B632-A606-E290F2E8F00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tx1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0" name="Text Placeholder 4">
            <a:extLst>
              <a:ext uri="{FF2B5EF4-FFF2-40B4-BE49-F238E27FC236}">
                <a16:creationId xmlns:a16="http://schemas.microsoft.com/office/drawing/2014/main" id="{BC20362B-D8E4-FBCA-BA42-83663531AA4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27B74B01-5E96-C593-2AE8-1AC067D6CF5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2" name="Text Placeholder 6">
            <a:extLst>
              <a:ext uri="{FF2B5EF4-FFF2-40B4-BE49-F238E27FC236}">
                <a16:creationId xmlns:a16="http://schemas.microsoft.com/office/drawing/2014/main" id="{77DA96FA-342F-3709-1656-B7FC6C905DF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DED6B8B6-1CF0-A57B-C39A-E87D9D3570E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0A4ACC4B-F1AD-98A5-3F4F-0528E81C50E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1035112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2">
            <a:extLst>
              <a:ext uri="{FF2B5EF4-FFF2-40B4-BE49-F238E27FC236}">
                <a16:creationId xmlns:a16="http://schemas.microsoft.com/office/drawing/2014/main" id="{EE96B902-DA40-F453-88BF-C5A865B07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7" name="Text Placeholder 3">
            <a:extLst>
              <a:ext uri="{FF2B5EF4-FFF2-40B4-BE49-F238E27FC236}">
                <a16:creationId xmlns:a16="http://schemas.microsoft.com/office/drawing/2014/main" id="{BAE735C4-1315-5604-E715-00812A74737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1" name="Picture Placeholder 2">
            <a:extLst>
              <a:ext uri="{FF2B5EF4-FFF2-40B4-BE49-F238E27FC236}">
                <a16:creationId xmlns:a16="http://schemas.microsoft.com/office/drawing/2014/main" id="{F0E9B0EE-00BA-77AC-391E-0B1F0E1E8A9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8A6DE4FC-AD43-5522-F3DC-8CCFCDC5C1AC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63" name="Picture Placeholder 6">
            <a:extLst>
              <a:ext uri="{FF2B5EF4-FFF2-40B4-BE49-F238E27FC236}">
                <a16:creationId xmlns:a16="http://schemas.microsoft.com/office/drawing/2014/main" id="{1BD069D5-BE5E-6066-FCA3-0DF229CA234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64" name="Picture Placeholder 8">
            <a:extLst>
              <a:ext uri="{FF2B5EF4-FFF2-40B4-BE49-F238E27FC236}">
                <a16:creationId xmlns:a16="http://schemas.microsoft.com/office/drawing/2014/main" id="{9411D50B-1629-1008-57E7-75FEA9042E4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65" name="Picture Placeholder 10">
            <a:extLst>
              <a:ext uri="{FF2B5EF4-FFF2-40B4-BE49-F238E27FC236}">
                <a16:creationId xmlns:a16="http://schemas.microsoft.com/office/drawing/2014/main" id="{ADF38582-16D1-8220-29AD-F720575DB7C5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66" name="Picture Placeholder 12">
            <a:extLst>
              <a:ext uri="{FF2B5EF4-FFF2-40B4-BE49-F238E27FC236}">
                <a16:creationId xmlns:a16="http://schemas.microsoft.com/office/drawing/2014/main" id="{97C37837-0060-AD69-31D2-1F8111CE8665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67" name="Text Placeholder 3">
            <a:extLst>
              <a:ext uri="{FF2B5EF4-FFF2-40B4-BE49-F238E27FC236}">
                <a16:creationId xmlns:a16="http://schemas.microsoft.com/office/drawing/2014/main" id="{E38C952C-69EF-B109-2D9A-0E1226273D9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accent2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8" name="Text Placeholder 4">
            <a:extLst>
              <a:ext uri="{FF2B5EF4-FFF2-40B4-BE49-F238E27FC236}">
                <a16:creationId xmlns:a16="http://schemas.microsoft.com/office/drawing/2014/main" id="{DE8A2EE3-FD03-89B1-82A0-A678E022E3D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9" name="Text Placeholder 5">
            <a:extLst>
              <a:ext uri="{FF2B5EF4-FFF2-40B4-BE49-F238E27FC236}">
                <a16:creationId xmlns:a16="http://schemas.microsoft.com/office/drawing/2014/main" id="{F179A0E0-1EF9-E854-A005-C3FFC783DAD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0" name="Text Placeholder 6">
            <a:extLst>
              <a:ext uri="{FF2B5EF4-FFF2-40B4-BE49-F238E27FC236}">
                <a16:creationId xmlns:a16="http://schemas.microsoft.com/office/drawing/2014/main" id="{98575771-F64F-E2C2-0963-4F7DA15F533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1" name="Text Placeholder 7">
            <a:extLst>
              <a:ext uri="{FF2B5EF4-FFF2-40B4-BE49-F238E27FC236}">
                <a16:creationId xmlns:a16="http://schemas.microsoft.com/office/drawing/2014/main" id="{6067F82A-448D-AF56-DCF9-8FC95A5EA87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2" name="Text Placeholder 8">
            <a:extLst>
              <a:ext uri="{FF2B5EF4-FFF2-40B4-BE49-F238E27FC236}">
                <a16:creationId xmlns:a16="http://schemas.microsoft.com/office/drawing/2014/main" id="{C90D0832-8997-2CF3-4C1C-76EC7DBBE37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 dirty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781824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team + column Content: team + column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Graphik" panose="020B0503030202060203" pitchFamily="34" charset="77"/>
              </a:defRPr>
            </a:lvl1pPr>
            <a:lvl2pPr>
              <a:defRPr sz="1600" b="0" i="0">
                <a:latin typeface="Graphik" panose="020B0503030202060203" pitchFamily="34" charset="77"/>
              </a:defRPr>
            </a:lvl2pPr>
            <a:lvl3pPr>
              <a:defRPr sz="1600" b="0" i="0">
                <a:latin typeface="Graphik" panose="020B0503030202060203" pitchFamily="34" charset="77"/>
              </a:defRPr>
            </a:lvl3pPr>
            <a:lvl4pPr>
              <a:defRPr sz="1400" b="0" i="0">
                <a:latin typeface="Graphik" panose="020B0503030202060203" pitchFamily="34" charset="77"/>
              </a:defRPr>
            </a:lvl4pPr>
            <a:lvl5pPr>
              <a:defRPr sz="14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67B8B3ED-3C30-8209-EC37-30BECCCAC6D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C7F0577-7039-34CE-9E81-1E1B5179E19A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389183D5-43A1-CED9-DE7A-152AD40F1DB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DC001A2-2BC9-E92E-1900-07D1D55C8448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D6DEAA1-1809-9174-41B2-A167C7EF0B6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EEA45CAC-A034-EBF8-A42A-D240A01CA2B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4B252BC-9982-2E12-F243-0ED078DBC2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C6F0EDA-C6BC-1437-B68C-8779352D0B2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29" name="Title 2">
            <a:extLst>
              <a:ext uri="{FF2B5EF4-FFF2-40B4-BE49-F238E27FC236}">
                <a16:creationId xmlns:a16="http://schemas.microsoft.com/office/drawing/2014/main" id="{B87DF950-8C59-5635-493B-47BF5B6B0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6" name="Picture Placeholder 6">
            <a:extLst>
              <a:ext uri="{FF2B5EF4-FFF2-40B4-BE49-F238E27FC236}">
                <a16:creationId xmlns:a16="http://schemas.microsoft.com/office/drawing/2014/main" id="{A515A847-B8F1-0835-FEF9-D0644A3666A3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37" name="Picture Placeholder 8">
            <a:extLst>
              <a:ext uri="{FF2B5EF4-FFF2-40B4-BE49-F238E27FC236}">
                <a16:creationId xmlns:a16="http://schemas.microsoft.com/office/drawing/2014/main" id="{AFFDAEDA-7A67-EFF8-97FE-53895BDD7346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38" name="Picture Placeholder 10">
            <a:extLst>
              <a:ext uri="{FF2B5EF4-FFF2-40B4-BE49-F238E27FC236}">
                <a16:creationId xmlns:a16="http://schemas.microsoft.com/office/drawing/2014/main" id="{CDEC200D-4F91-75FF-B3FC-CC83B1D2B426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39" name="Picture Placeholder 12">
            <a:extLst>
              <a:ext uri="{FF2B5EF4-FFF2-40B4-BE49-F238E27FC236}">
                <a16:creationId xmlns:a16="http://schemas.microsoft.com/office/drawing/2014/main" id="{0C873EF1-166E-2DEB-DEA4-F4E92E72812A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EE6421DF-C4CF-347F-3F9F-B7C15DD342D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33C744BB-1061-9BD7-2063-D4FC3BA87A0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FB23E977-71EF-1003-3CEF-A8A4D0D7990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3" name="Text Placeholder 8">
            <a:extLst>
              <a:ext uri="{FF2B5EF4-FFF2-40B4-BE49-F238E27FC236}">
                <a16:creationId xmlns:a16="http://schemas.microsoft.com/office/drawing/2014/main" id="{3B567A05-2B76-107C-E1AA-BD5AA1C1C532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</p:spTree>
    <p:extLst>
      <p:ext uri="{BB962C8B-B14F-4D97-AF65-F5344CB8AC3E}">
        <p14:creationId xmlns:p14="http://schemas.microsoft.com/office/powerpoint/2010/main" val="34563251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+ column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2">
            <a:extLst>
              <a:ext uri="{FF2B5EF4-FFF2-40B4-BE49-F238E27FC236}">
                <a16:creationId xmlns:a16="http://schemas.microsoft.com/office/drawing/2014/main" id="{AF158A12-E108-974D-4A28-D2DDBC9F2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A02CBC2-D34A-FE3B-A3F7-4E4A194F266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Graphik" panose="020B0503030202060203" pitchFamily="34" charset="77"/>
              </a:defRPr>
            </a:lvl1pPr>
            <a:lvl2pPr>
              <a:defRPr sz="1600" b="0" i="0">
                <a:latin typeface="Graphik" panose="020B0503030202060203" pitchFamily="34" charset="77"/>
              </a:defRPr>
            </a:lvl2pPr>
            <a:lvl3pPr>
              <a:defRPr sz="1600" b="0" i="0">
                <a:latin typeface="Graphik" panose="020B0503030202060203" pitchFamily="34" charset="77"/>
              </a:defRPr>
            </a:lvl3pPr>
            <a:lvl4pPr>
              <a:defRPr sz="1400" b="0" i="0">
                <a:latin typeface="Graphik" panose="020B0503030202060203" pitchFamily="34" charset="77"/>
              </a:defRPr>
            </a:lvl4pPr>
            <a:lvl5pPr>
              <a:defRPr sz="14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59" name="Picture Placeholder 6">
            <a:extLst>
              <a:ext uri="{FF2B5EF4-FFF2-40B4-BE49-F238E27FC236}">
                <a16:creationId xmlns:a16="http://schemas.microsoft.com/office/drawing/2014/main" id="{D9BDCE52-89A2-2B74-090A-1C2EF4190943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60" name="Picture Placeholder 8">
            <a:extLst>
              <a:ext uri="{FF2B5EF4-FFF2-40B4-BE49-F238E27FC236}">
                <a16:creationId xmlns:a16="http://schemas.microsoft.com/office/drawing/2014/main" id="{719A3D27-6186-F931-9BF2-812767B56DF4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61" name="Picture Placeholder 10">
            <a:extLst>
              <a:ext uri="{FF2B5EF4-FFF2-40B4-BE49-F238E27FC236}">
                <a16:creationId xmlns:a16="http://schemas.microsoft.com/office/drawing/2014/main" id="{221FD96F-56ED-3F4E-D5EC-ECE899136886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62" name="Picture Placeholder 12">
            <a:extLst>
              <a:ext uri="{FF2B5EF4-FFF2-40B4-BE49-F238E27FC236}">
                <a16:creationId xmlns:a16="http://schemas.microsoft.com/office/drawing/2014/main" id="{BE2DD9EE-FBA3-C33C-873A-4515866F5D79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67" name="Picture Placeholder 6">
            <a:extLst>
              <a:ext uri="{FF2B5EF4-FFF2-40B4-BE49-F238E27FC236}">
                <a16:creationId xmlns:a16="http://schemas.microsoft.com/office/drawing/2014/main" id="{B77582B8-1D1F-CACA-D550-1CD5A949EEA4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68" name="Picture Placeholder 8">
            <a:extLst>
              <a:ext uri="{FF2B5EF4-FFF2-40B4-BE49-F238E27FC236}">
                <a16:creationId xmlns:a16="http://schemas.microsoft.com/office/drawing/2014/main" id="{17E0A0A0-43CE-5971-7C1E-E8F5AFA224E0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69" name="Picture Placeholder 10">
            <a:extLst>
              <a:ext uri="{FF2B5EF4-FFF2-40B4-BE49-F238E27FC236}">
                <a16:creationId xmlns:a16="http://schemas.microsoft.com/office/drawing/2014/main" id="{40572D3B-08EC-27FB-6A1E-C67DB00074BA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70" name="Picture Placeholder 12">
            <a:extLst>
              <a:ext uri="{FF2B5EF4-FFF2-40B4-BE49-F238E27FC236}">
                <a16:creationId xmlns:a16="http://schemas.microsoft.com/office/drawing/2014/main" id="{D5EF76A9-F22D-ED1F-C0F0-815EF85BAB71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EDE1E1C-A17A-6673-F251-3E95D2B9A94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EB75AE2-2832-8C3E-9FFF-A5DFC859EF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9767B47-D047-556C-4306-FDB23A31369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5FA34033-541B-ACBB-7450-5B6532CB8D0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C7EC0A-DE98-38CE-AFC3-B90030BE5ED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90A955C-7D16-1E89-F214-1FE4ABD4D8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562963-2880-9DF0-CBA4-3B8CB37B8C6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61BD90B-C753-B163-80B8-1E78E44062C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1" name="GTS_Purple">
            <a:extLst>
              <a:ext uri="{FF2B5EF4-FFF2-40B4-BE49-F238E27FC236}">
                <a16:creationId xmlns:a16="http://schemas.microsoft.com/office/drawing/2014/main" id="{B69C02E9-D221-652D-E7A0-F40E48E0A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 dirty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5148558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4567" y="1608762"/>
            <a:ext cx="4684835" cy="46999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549276"/>
            <a:ext cx="5541431" cy="57594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GB" dirty="0"/>
              <a:t>Drag picture to placeholder or click icon to add, then ‘Send to Back’</a:t>
            </a:r>
            <a:endParaRPr lang="en-US"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5DA1A25-51CF-5AD1-5E56-0DCBF1E1C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599"/>
            <a:ext cx="4684836" cy="91683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32412D-AD03-BACB-C691-EC79CDF8A06A}"/>
              </a:ext>
            </a:extLst>
          </p:cNvPr>
          <p:cNvSpPr txBox="1"/>
          <p:nvPr userDrawn="1"/>
        </p:nvSpPr>
        <p:spPr>
          <a:xfrm>
            <a:off x="5618375" y="268663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382540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column + image,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C6C9FFF-540B-B570-4E7C-61946F9149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099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45230204-CC18-5C95-0BFC-9C8E11430B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 dirty="0">
              <a:latin typeface="Graphik" panose="020B0503030202060203" pitchFamily="34" charset="77"/>
            </a:endParaRP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2474523B-1F34-A604-B640-C5B887005C9D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28236719-F299-27AE-8104-D07B5280084D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513283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column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E89B75D-7DDF-ED09-FE69-8B56D6AED9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B4655C9C-EA3F-C392-C162-DB5AFB91842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4" name="Picture Placeholder 35">
            <a:extLst>
              <a:ext uri="{FF2B5EF4-FFF2-40B4-BE49-F238E27FC236}">
                <a16:creationId xmlns:a16="http://schemas.microsoft.com/office/drawing/2014/main" id="{E30B0B1B-B70F-0FD3-F9A3-B0EE6C801E7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100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 dirty="0">
              <a:latin typeface="Graphik" panose="020B0503030202060203" pitchFamily="34" charset="77"/>
            </a:endParaRP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71CDECC6-DEE3-D5F7-A7C8-D4473D9F4F71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829128A2-7647-DB1F-6198-C2A2C402A7BC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085899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usto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9BDC0A4D-E346-3CCE-788C-9669BEFC9B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9" y="1351442"/>
            <a:ext cx="4118519" cy="1772793"/>
          </a:xfrm>
          <a:prstGeom prst="rect">
            <a:avLst/>
          </a:prstGeo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8" name="Picture Placeholder 18">
            <a:extLst>
              <a:ext uri="{FF2B5EF4-FFF2-40B4-BE49-F238E27FC236}">
                <a16:creationId xmlns:a16="http://schemas.microsoft.com/office/drawing/2014/main" id="{D9945356-3D82-526D-F3EC-EF9A544BCDC7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5040827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602F9E-5DF1-F42B-7D21-8791F0ABAE8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068197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043D01E8-2D14-8582-D392-AC17CD2A419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8516471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286CD00-6CFB-20C2-A09E-D720E036052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516471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5552C60D-F6B3-15A8-3518-C6B4BC2F4D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040827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C3EB0FF-A89F-1F16-2674-8CA149E690B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068197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8BB12B5F-02FD-86E4-33E5-F8118970C9C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8516471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2CFC039C-2FE3-6F68-1711-363159A29E21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16471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66821285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light and pur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292575" cy="984885"/>
          </a:xfrm>
          <a:prstGeom prst="rect">
            <a:avLst/>
          </a:prstGeo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Place headline in </a:t>
            </a:r>
            <a:r>
              <a:rPr lang="en-US" err="1"/>
              <a:t>Graphik</a:t>
            </a:r>
            <a:r>
              <a:rPr lang="en-US"/>
              <a:t> Semibold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0"/>
            <a:ext cx="3048024" cy="30894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 dirty="0"/>
              <a:t>Drag picture to placeholder </a:t>
            </a:r>
          </a:p>
          <a:p>
            <a:r>
              <a:rPr lang="en-GB" dirty="0"/>
              <a:t>or click icon to add</a:t>
            </a:r>
            <a:endParaRPr lang="en-US" dirty="0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5" y="319269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0E13751C-7DFF-BC74-C2E3-F873D7210D7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89456"/>
            <a:ext cx="3048000" cy="30398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marL="228594" lvl="0" indent="-228594" algn="ctr"/>
            <a:r>
              <a:rPr lang="en-GB" dirty="0"/>
              <a:t>Drag picture to placeholder </a:t>
            </a:r>
          </a:p>
          <a:p>
            <a:pPr marL="228594" lvl="0" indent="-228594" algn="ctr"/>
            <a:r>
              <a:rPr lang="en-GB" dirty="0"/>
              <a:t>or click icon to add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048000" y="3089456"/>
            <a:ext cx="3047968" cy="30398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 dirty="0">
              <a:solidFill>
                <a:srgbClr val="FFFFFF"/>
              </a:solidFill>
              <a:latin typeface="Graphik" panose="020B0503030202060203" pitchFamily="34" charset="77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0" i="0" kern="1200" dirty="0">
                <a:solidFill>
                  <a:schemeClr val="bg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CEAEA-C612-CFB5-8548-FA7A606FA78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15EB609-6106-F616-161A-9233408C623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9144056" y="3089456"/>
            <a:ext cx="3047944" cy="30398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 dirty="0">
              <a:latin typeface="Graphik" panose="020B0503030202060203" pitchFamily="34" charset="77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DB439E6-E715-1347-EEE3-DF2D5F246A0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8" name="Bottom tag">
            <a:extLst>
              <a:ext uri="{FF2B5EF4-FFF2-40B4-BE49-F238E27FC236}">
                <a16:creationId xmlns:a16="http://schemas.microsoft.com/office/drawing/2014/main" id="{F77F3A03-358C-60D3-DCF9-8A5F83118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 dirty="0">
              <a:latin typeface="Graphik" panose="020B0503030202060203" pitchFamily="34" charset="77"/>
            </a:endParaRPr>
          </a:p>
        </p:txBody>
      </p:sp>
      <p:sp>
        <p:nvSpPr>
          <p:cNvPr id="22" name="GTS_WH">
            <a:extLst>
              <a:ext uri="{FF2B5EF4-FFF2-40B4-BE49-F238E27FC236}">
                <a16:creationId xmlns:a16="http://schemas.microsoft.com/office/drawing/2014/main" id="{DBC74FCB-98B7-4709-AC5F-5575E6BA2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 dirty="0">
              <a:latin typeface="Graphik" panose="020B0503030202060203" pitchFamily="34" charset="77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281AFB62-DF00-C781-B194-BA35B5F26EDD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5A95B4E2-055A-BEE2-36E8-45DD70D13404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5714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dark and purp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312727" cy="984885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Place headline in </a:t>
            </a:r>
            <a:r>
              <a:rPr lang="en-US" err="1"/>
              <a:t>Graphik</a:t>
            </a:r>
            <a:r>
              <a:rPr lang="en-US"/>
              <a:t> Semibold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6032" y="-1"/>
            <a:ext cx="3048024" cy="30740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 dirty="0"/>
              <a:t>Drag picture to placeholder </a:t>
            </a:r>
          </a:p>
          <a:p>
            <a:r>
              <a:rPr lang="en-GB" dirty="0"/>
              <a:t>or click icon to add</a:t>
            </a:r>
            <a:endParaRPr lang="en-US" dirty="0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10" y="303835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202CA0A6-65B9-D658-1AEC-00085854F84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74022"/>
            <a:ext cx="3048000" cy="30553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marL="228594" lvl="0" indent="-228594" algn="ctr"/>
            <a:r>
              <a:rPr lang="en-GB" dirty="0"/>
              <a:t>Drag picture to placeholder </a:t>
            </a:r>
          </a:p>
          <a:p>
            <a:pPr marL="228594" lvl="0" indent="-228594" algn="ctr"/>
            <a:r>
              <a:rPr lang="en-GB" dirty="0"/>
              <a:t>or click icon to add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048000" y="3074022"/>
            <a:ext cx="3047968" cy="3055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 dirty="0">
              <a:latin typeface="Graphik" panose="020B0503030202060203" pitchFamily="34" charset="77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0" i="0" kern="1200" dirty="0">
                <a:solidFill>
                  <a:schemeClr val="bg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FC923C6-9E63-5C37-D6CE-0C0C7F31BA1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8E3ED24E-CC9B-F99D-ABD2-271CAAC31C7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9144056" y="3074022"/>
            <a:ext cx="3047944" cy="3055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1" b="0" i="0" dirty="0">
              <a:latin typeface="Graphik" panose="020B0503030202060203" pitchFamily="34" charset="77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rgbClr val="FFFFFF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B939A4D-3841-382E-4112-16375BBF9CD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GTS_WH">
            <a:extLst>
              <a:ext uri="{FF2B5EF4-FFF2-40B4-BE49-F238E27FC236}">
                <a16:creationId xmlns:a16="http://schemas.microsoft.com/office/drawing/2014/main" id="{E60B30CA-91CE-53D4-4E41-25E962661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 dirty="0">
              <a:latin typeface="Graphik" panose="020B0503030202060203" pitchFamily="34" charset="77"/>
            </a:endParaRPr>
          </a:p>
        </p:txBody>
      </p:sp>
      <p:sp>
        <p:nvSpPr>
          <p:cNvPr id="12" name="copyright">
            <a:extLst>
              <a:ext uri="{FF2B5EF4-FFF2-40B4-BE49-F238E27FC236}">
                <a16:creationId xmlns:a16="http://schemas.microsoft.com/office/drawing/2014/main" id="{C6DCEC7C-94EF-9488-4BC9-3AC6108281E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13" name="slide number automatic">
            <a:extLst>
              <a:ext uri="{FF2B5EF4-FFF2-40B4-BE49-F238E27FC236}">
                <a16:creationId xmlns:a16="http://schemas.microsoft.com/office/drawing/2014/main" id="{DFF01EE3-5EDD-45BD-F1D7-076E2C959D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210808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statistics light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DD3BC9E6-13A7-8817-A32A-4CC03E873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376463"/>
            <a:ext cx="2285999" cy="93143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533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C27019-ACF1-C483-EFEB-3CC77DD9EFC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A7B63BD-36F9-7F57-E2CF-44D615E0F8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algn="l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F970BA5E-9C63-BA7D-B45C-5186452F240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algn="l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FAE69D-63C7-3796-16D2-0EA82AB2766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35">
            <a:extLst>
              <a:ext uri="{FF2B5EF4-FFF2-40B4-BE49-F238E27FC236}">
                <a16:creationId xmlns:a16="http://schemas.microsoft.com/office/drawing/2014/main" id="{EF1A1C24-C0B7-DF19-B492-C0ED29CE9AF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4" name="Bottom tag">
            <a:extLst>
              <a:ext uri="{FF2B5EF4-FFF2-40B4-BE49-F238E27FC236}">
                <a16:creationId xmlns:a16="http://schemas.microsoft.com/office/drawing/2014/main" id="{5F2E67CA-5DA7-3CD1-C175-808A139DD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 dirty="0">
              <a:latin typeface="Graphik" panose="020B0503030202060203" pitchFamily="34" charset="77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B51A4FC9-6DF5-ABE3-94E1-8598B7A527EA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C826E34F-821D-D174-AEA1-2830AED1A7A3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3" name="GTS_WH">
            <a:extLst>
              <a:ext uri="{FF2B5EF4-FFF2-40B4-BE49-F238E27FC236}">
                <a16:creationId xmlns:a16="http://schemas.microsoft.com/office/drawing/2014/main" id="{8F51FE85-6E94-3AD8-FB82-A8BAB773D7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 dirty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394758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statistics dark 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0352A97-ED89-7C2F-0063-10DA374CB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376463"/>
            <a:ext cx="2285999" cy="93143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5330">
                <a:solidFill>
                  <a:schemeClr val="accent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6B6460F-92C4-7868-A99F-7C747B3900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AF65655-CFF6-96F8-B90D-8BE8496D680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F0D47A-40F3-3312-FD52-DB56907BD07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6AFAE1-C867-607D-7626-06B37DD8931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Bottom tag">
            <a:extLst>
              <a:ext uri="{FF2B5EF4-FFF2-40B4-BE49-F238E27FC236}">
                <a16:creationId xmlns:a16="http://schemas.microsoft.com/office/drawing/2014/main" id="{C7D43BFE-04FF-915B-AF75-EF92EB85E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 dirty="0">
              <a:latin typeface="Graphik" panose="020B0503030202060203" pitchFamily="34" charset="77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50DFD68-7311-16D8-3418-1A322FD33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124800"/>
            <a:ext cx="1219200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pyright">
            <a:extLst>
              <a:ext uri="{FF2B5EF4-FFF2-40B4-BE49-F238E27FC236}">
                <a16:creationId xmlns:a16="http://schemas.microsoft.com/office/drawing/2014/main" id="{6F38CEE2-3D5C-A0E3-1BE3-09AB0AC25463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6" name="slide number automatic">
            <a:extLst>
              <a:ext uri="{FF2B5EF4-FFF2-40B4-BE49-F238E27FC236}">
                <a16:creationId xmlns:a16="http://schemas.microsoft.com/office/drawing/2014/main" id="{FC53484B-EB21-70B6-32DD-8344CAE70A1C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2" name="GTS_WH">
            <a:extLst>
              <a:ext uri="{FF2B5EF4-FFF2-40B4-BE49-F238E27FC236}">
                <a16:creationId xmlns:a16="http://schemas.microsoft.com/office/drawing/2014/main" id="{2DFC2805-A4A5-BE1F-72EF-71C8FE15A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 dirty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628324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alutation: gradi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1E54F49D-2B2F-7CDD-DC94-B6FF9A694B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copyright">
            <a:extLst>
              <a:ext uri="{FF2B5EF4-FFF2-40B4-BE49-F238E27FC236}">
                <a16:creationId xmlns:a16="http://schemas.microsoft.com/office/drawing/2014/main" id="{8F090878-FDCB-E32E-7E4D-4A1D113FA50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 dirty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DD78C6E-A2CA-C7D3-D53E-97A08AAAEAD8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72D35A-1963-BF72-AA80-2201D2B01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6046527" cy="984885"/>
          </a:xfrm>
          <a:prstGeom prst="rect">
            <a:avLst/>
          </a:prstGeom>
        </p:spPr>
        <p:txBody>
          <a:bodyPr wrap="none" anchor="ctr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GTS_WH">
            <a:extLst>
              <a:ext uri="{FF2B5EF4-FFF2-40B4-BE49-F238E27FC236}">
                <a16:creationId xmlns:a16="http://schemas.microsoft.com/office/drawing/2014/main" id="{79093C77-020A-31D2-4F4F-DA77DEFA8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 dirty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720609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: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406901E-2FDA-B887-CCF5-FADFC0C3B9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599460"/>
            <a:ext cx="4895849" cy="984885"/>
          </a:xfrm>
          <a:prstGeom prst="rect">
            <a:avLst/>
          </a:prstGeom>
        </p:spPr>
        <p:txBody>
          <a:bodyPr anchor="ctr"/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salutation style</a:t>
            </a:r>
            <a:endParaRPr lang="en-US"/>
          </a:p>
        </p:txBody>
      </p:sp>
      <p:pic>
        <p:nvPicPr>
          <p:cNvPr id="2" name="GT white">
            <a:extLst>
              <a:ext uri="{FF2B5EF4-FFF2-40B4-BE49-F238E27FC236}">
                <a16:creationId xmlns:a16="http://schemas.microsoft.com/office/drawing/2014/main" id="{64951822-2C90-C040-C685-A9310D236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3638" y="5459982"/>
            <a:ext cx="609857" cy="669356"/>
          </a:xfrm>
          <a:prstGeom prst="rect">
            <a:avLst/>
          </a:prstGeom>
        </p:spPr>
      </p:pic>
      <p:sp>
        <p:nvSpPr>
          <p:cNvPr id="4" name="copyright">
            <a:extLst>
              <a:ext uri="{FF2B5EF4-FFF2-40B4-BE49-F238E27FC236}">
                <a16:creationId xmlns:a16="http://schemas.microsoft.com/office/drawing/2014/main" id="{5D5952F7-6C63-8F87-4E22-999BB41F26C3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 dirty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540D3C9F-6433-4B02-3A65-24CE972551FF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569190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8953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44.xml"/><Relationship Id="rId26" Type="http://schemas.openxmlformats.org/officeDocument/2006/relationships/slideLayout" Target="../slideLayouts/slideLayout52.xml"/><Relationship Id="rId39" Type="http://schemas.openxmlformats.org/officeDocument/2006/relationships/slideLayout" Target="../slideLayouts/slideLayout65.xml"/><Relationship Id="rId21" Type="http://schemas.openxmlformats.org/officeDocument/2006/relationships/slideLayout" Target="../slideLayouts/slideLayout47.xml"/><Relationship Id="rId34" Type="http://schemas.openxmlformats.org/officeDocument/2006/relationships/slideLayout" Target="../slideLayouts/slideLayout60.xml"/><Relationship Id="rId42" Type="http://schemas.openxmlformats.org/officeDocument/2006/relationships/slideLayout" Target="../slideLayouts/slideLayout68.xml"/><Relationship Id="rId47" Type="http://schemas.openxmlformats.org/officeDocument/2006/relationships/slideLayout" Target="../slideLayouts/slideLayout73.xml"/><Relationship Id="rId50" Type="http://schemas.openxmlformats.org/officeDocument/2006/relationships/slideLayout" Target="../slideLayouts/slideLayout76.xml"/><Relationship Id="rId55" Type="http://schemas.openxmlformats.org/officeDocument/2006/relationships/slideLayout" Target="../slideLayouts/slideLayout81.xml"/><Relationship Id="rId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42.xml"/><Relationship Id="rId29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37.xml"/><Relationship Id="rId24" Type="http://schemas.openxmlformats.org/officeDocument/2006/relationships/slideLayout" Target="../slideLayouts/slideLayout50.xml"/><Relationship Id="rId32" Type="http://schemas.openxmlformats.org/officeDocument/2006/relationships/slideLayout" Target="../slideLayouts/slideLayout58.xml"/><Relationship Id="rId37" Type="http://schemas.openxmlformats.org/officeDocument/2006/relationships/slideLayout" Target="../slideLayouts/slideLayout63.xml"/><Relationship Id="rId40" Type="http://schemas.openxmlformats.org/officeDocument/2006/relationships/slideLayout" Target="../slideLayouts/slideLayout66.xml"/><Relationship Id="rId45" Type="http://schemas.openxmlformats.org/officeDocument/2006/relationships/slideLayout" Target="../slideLayouts/slideLayout71.xml"/><Relationship Id="rId53" Type="http://schemas.openxmlformats.org/officeDocument/2006/relationships/slideLayout" Target="../slideLayouts/slideLayout79.xml"/><Relationship Id="rId58" Type="http://schemas.openxmlformats.org/officeDocument/2006/relationships/theme" Target="../theme/theme4.xml"/><Relationship Id="rId5" Type="http://schemas.openxmlformats.org/officeDocument/2006/relationships/slideLayout" Target="../slideLayouts/slideLayout31.xml"/><Relationship Id="rId19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Relationship Id="rId22" Type="http://schemas.openxmlformats.org/officeDocument/2006/relationships/slideLayout" Target="../slideLayouts/slideLayout48.xml"/><Relationship Id="rId27" Type="http://schemas.openxmlformats.org/officeDocument/2006/relationships/slideLayout" Target="../slideLayouts/slideLayout53.xml"/><Relationship Id="rId30" Type="http://schemas.openxmlformats.org/officeDocument/2006/relationships/slideLayout" Target="../slideLayouts/slideLayout56.xml"/><Relationship Id="rId35" Type="http://schemas.openxmlformats.org/officeDocument/2006/relationships/slideLayout" Target="../slideLayouts/slideLayout61.xml"/><Relationship Id="rId43" Type="http://schemas.openxmlformats.org/officeDocument/2006/relationships/slideLayout" Target="../slideLayouts/slideLayout69.xml"/><Relationship Id="rId48" Type="http://schemas.openxmlformats.org/officeDocument/2006/relationships/slideLayout" Target="../slideLayouts/slideLayout74.xml"/><Relationship Id="rId56" Type="http://schemas.openxmlformats.org/officeDocument/2006/relationships/slideLayout" Target="../slideLayouts/slideLayout82.xml"/><Relationship Id="rId8" Type="http://schemas.openxmlformats.org/officeDocument/2006/relationships/slideLayout" Target="../slideLayouts/slideLayout34.xml"/><Relationship Id="rId51" Type="http://schemas.openxmlformats.org/officeDocument/2006/relationships/slideLayout" Target="../slideLayouts/slideLayout77.xml"/><Relationship Id="rId3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43.xml"/><Relationship Id="rId25" Type="http://schemas.openxmlformats.org/officeDocument/2006/relationships/slideLayout" Target="../slideLayouts/slideLayout51.xml"/><Relationship Id="rId33" Type="http://schemas.openxmlformats.org/officeDocument/2006/relationships/slideLayout" Target="../slideLayouts/slideLayout59.xml"/><Relationship Id="rId38" Type="http://schemas.openxmlformats.org/officeDocument/2006/relationships/slideLayout" Target="../slideLayouts/slideLayout64.xml"/><Relationship Id="rId46" Type="http://schemas.openxmlformats.org/officeDocument/2006/relationships/slideLayout" Target="../slideLayouts/slideLayout72.xml"/><Relationship Id="rId20" Type="http://schemas.openxmlformats.org/officeDocument/2006/relationships/slideLayout" Target="../slideLayouts/slideLayout46.xml"/><Relationship Id="rId41" Type="http://schemas.openxmlformats.org/officeDocument/2006/relationships/slideLayout" Target="../slideLayouts/slideLayout67.xml"/><Relationship Id="rId54" Type="http://schemas.openxmlformats.org/officeDocument/2006/relationships/slideLayout" Target="../slideLayouts/slideLayout80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41.xml"/><Relationship Id="rId23" Type="http://schemas.openxmlformats.org/officeDocument/2006/relationships/slideLayout" Target="../slideLayouts/slideLayout49.xml"/><Relationship Id="rId28" Type="http://schemas.openxmlformats.org/officeDocument/2006/relationships/slideLayout" Target="../slideLayouts/slideLayout54.xml"/><Relationship Id="rId36" Type="http://schemas.openxmlformats.org/officeDocument/2006/relationships/slideLayout" Target="../slideLayouts/slideLayout62.xml"/><Relationship Id="rId49" Type="http://schemas.openxmlformats.org/officeDocument/2006/relationships/slideLayout" Target="../slideLayouts/slideLayout75.xml"/><Relationship Id="rId57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36.xml"/><Relationship Id="rId31" Type="http://schemas.openxmlformats.org/officeDocument/2006/relationships/slideLayout" Target="../slideLayouts/slideLayout57.xml"/><Relationship Id="rId44" Type="http://schemas.openxmlformats.org/officeDocument/2006/relationships/slideLayout" Target="../slideLayouts/slideLayout70.xml"/><Relationship Id="rId52" Type="http://schemas.openxmlformats.org/officeDocument/2006/relationships/slideLayout" Target="../slideLayouts/slideLayout7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357864" cy="43332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 i="0">
                <a:latin typeface="Graphik Semibold" panose="020B0503030202060203" pitchFamily="34" charset="77"/>
              </a:rPr>
              <a:t>Place headline here in </a:t>
            </a:r>
            <a:r>
              <a:rPr lang="en-US" b="1" i="0" err="1">
                <a:latin typeface="Graphik Semibold" panose="020B0503030202060203" pitchFamily="34" charset="77"/>
              </a:rPr>
              <a:t>Graphik</a:t>
            </a:r>
            <a:r>
              <a:rPr lang="en-US" b="1" i="0">
                <a:latin typeface="Graphik Semibold" panose="020B0503030202060203" pitchFamily="34" charset="77"/>
              </a:rPr>
              <a:t> Semibold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61" y="1371602"/>
            <a:ext cx="11357864" cy="47668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7"/>
            <a:r>
              <a:rPr lang="en-US"/>
              <a:t>EIGHT LEVEL (DESCRIPTOR)</a:t>
            </a:r>
          </a:p>
          <a:p>
            <a:pPr lvl="8"/>
            <a:r>
              <a:rPr lang="en-US"/>
              <a:t>Ninth level (footer)</a:t>
            </a:r>
          </a:p>
        </p:txBody>
      </p:sp>
    </p:spTree>
    <p:extLst>
      <p:ext uri="{BB962C8B-B14F-4D97-AF65-F5344CB8AC3E}">
        <p14:creationId xmlns:p14="http://schemas.microsoft.com/office/powerpoint/2010/main" val="3154538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73" r:id="rId9"/>
  </p:sldLayoutIdLst>
  <p:hf sldNum="0" hdr="0" ftr="0" dt="0"/>
  <p:txStyles>
    <p:titleStyle>
      <a:lvl1pPr algn="l" defTabSz="731500" rtl="0" eaLnBrk="1" latinLnBrk="0" hangingPunct="1">
        <a:lnSpc>
          <a:spcPct val="80000"/>
        </a:lnSpc>
        <a:spcBef>
          <a:spcPct val="0"/>
        </a:spcBef>
        <a:buNone/>
        <a:defRPr sz="3520" b="0" i="0" kern="1200">
          <a:solidFill>
            <a:schemeClr val="tx1"/>
          </a:solidFill>
          <a:latin typeface="Graphik Semibold" panose="020B0503030202060203" pitchFamily="34" charset="77"/>
          <a:ea typeface="+mj-ea"/>
          <a:cs typeface="+mj-cs"/>
        </a:defRPr>
      </a:lvl1pPr>
    </p:titleStyle>
    <p:bodyStyle>
      <a:lvl1pPr marL="0" indent="0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2874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ClrTx/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365752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System Font"/>
        <a:buChar char="–"/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548626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4pPr>
      <a:lvl5pPr marL="731500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System Font"/>
        <a:buChar char="–"/>
        <a:defRPr sz="1280" kern="1200">
          <a:solidFill>
            <a:schemeClr val="tx1"/>
          </a:solidFill>
          <a:latin typeface="+mn-lt"/>
          <a:ea typeface="+mn-ea"/>
          <a:cs typeface="+mn-cs"/>
        </a:defRPr>
      </a:lvl5pPr>
      <a:lvl6pPr marL="8891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Graphik" panose="020B0503030202060203" pitchFamily="34" charset="0"/>
        <a:buNone/>
        <a:tabLst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128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88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52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00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4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299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74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498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24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599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91">
          <p15:clr>
            <a:srgbClr val="5ACBF0"/>
          </p15:clr>
        </p15:guide>
        <p15:guide id="8" pos="435">
          <p15:clr>
            <a:srgbClr val="9FCC3B"/>
          </p15:clr>
        </p15:guide>
        <p15:guide id="9" pos="916">
          <p15:clr>
            <a:srgbClr val="C35EA4"/>
          </p15:clr>
        </p15:guide>
        <p15:guide id="10" pos="9392">
          <p15:clr>
            <a:srgbClr val="5ACBF0"/>
          </p15:clr>
        </p15:guide>
        <p15:guide id="11" pos="207">
          <p15:clr>
            <a:srgbClr val="5ACBF0"/>
          </p15:clr>
        </p15:guide>
        <p15:guide id="12" orient="horz" pos="4832">
          <p15:clr>
            <a:srgbClr val="5ACBF0"/>
          </p15:clr>
        </p15:guide>
        <p15:guide id="13" pos="9164">
          <p15:clr>
            <a:srgbClr val="9FCC3B"/>
          </p15:clr>
        </p15:guide>
        <p15:guide id="14" orient="horz" pos="401">
          <p15:clr>
            <a:srgbClr val="9FCC3B"/>
          </p15:clr>
        </p15:guide>
        <p15:guide id="15" orient="horz" pos="4622">
          <p15:clr>
            <a:srgbClr val="9FCC3B"/>
          </p15:clr>
        </p15:guide>
        <p15:guide id="16" orient="horz" pos="983">
          <p15:clr>
            <a:srgbClr val="A4A3A4"/>
          </p15:clr>
        </p15:guide>
        <p15:guide id="17" orient="horz" pos="4490">
          <p15:clr>
            <a:srgbClr val="A4A3A4"/>
          </p15:clr>
        </p15:guide>
        <p15:guide id="18" pos="8654">
          <p15:clr>
            <a:srgbClr val="C35EA4"/>
          </p15:clr>
        </p15:guide>
        <p15:guide id="19" orient="horz" pos="1351">
          <p15:clr>
            <a:srgbClr val="FDE53C"/>
          </p15:clr>
        </p15:guide>
        <p15:guide id="20" pos="8768">
          <p15:clr>
            <a:srgbClr val="F26B43"/>
          </p15:clr>
        </p15:guide>
        <p15:guide id="21" pos="83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Insert main title at 36pt, min 30pt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34CD17C-3ACE-4AE0-A6C5-F90D44EA7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943099"/>
            <a:ext cx="11430000" cy="42338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898D3F2-5EC6-4985-85B5-4178882BCB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50E54BBC-E15F-4274-9991-03B6F5BA42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474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</p:sldLayoutIdLst>
  <p:hf hdr="0" dt="0"/>
  <p:txStyles>
    <p:titleStyle>
      <a:lvl1pPr marL="0" indent="0" algn="l" defTabSz="914377" rtl="0" eaLnBrk="1" latinLnBrk="0" hangingPunct="1">
        <a:lnSpc>
          <a:spcPct val="80000"/>
        </a:lnSpc>
        <a:spcBef>
          <a:spcPct val="0"/>
        </a:spcBef>
        <a:buNone/>
        <a:defRPr sz="36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80975" indent="-180975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303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66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24">
          <p15:clr>
            <a:srgbClr val="F26B43"/>
          </p15:clr>
        </p15:guide>
        <p15:guide id="2" pos="5640">
          <p15:clr>
            <a:srgbClr val="F26B43"/>
          </p15:clr>
        </p15:guide>
        <p15:guide id="4">
          <p15:clr>
            <a:srgbClr val="F26B43"/>
          </p15:clr>
        </p15:guide>
        <p15:guide id="5" orient="horz" pos="240">
          <p15:clr>
            <a:srgbClr val="F26B43"/>
          </p15:clr>
        </p15:guide>
        <p15:guide id="6" orient="horz">
          <p15:clr>
            <a:srgbClr val="F26B43"/>
          </p15:clr>
        </p15:guide>
        <p15:guide id="7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5" orient="horz" pos="2232">
          <p15:clr>
            <a:srgbClr val="F26B43"/>
          </p15:clr>
        </p15:guide>
        <p15:guide id="16" orient="horz" pos="32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F314A7-305B-4E0B-96B7-5B0949118DB0}" type="datetimeFigureOut">
              <a:rPr lang="en-IN" smtClean="0"/>
              <a:t>16-08-2026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DA3DAB-CBFF-463B-9AA2-9E36431F8A6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6692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opyright">
            <a:extLst>
              <a:ext uri="{FF2B5EF4-FFF2-40B4-BE49-F238E27FC236}">
                <a16:creationId xmlns:a16="http://schemas.microsoft.com/office/drawing/2014/main" id="{8DEAF7F0-ADBE-DA4B-80DE-727BD0E615AA}"/>
              </a:ext>
            </a:extLst>
          </p:cNvPr>
          <p:cNvSpPr txBox="1"/>
          <p:nvPr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 dirty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26" name="slide number automatic">
            <a:extLst>
              <a:ext uri="{FF2B5EF4-FFF2-40B4-BE49-F238E27FC236}">
                <a16:creationId xmlns:a16="http://schemas.microsoft.com/office/drawing/2014/main" id="{A54DE5B9-F305-CC4E-9A6A-0DC78956D275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0" y="558086"/>
            <a:ext cx="11357865" cy="39395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 i="0">
                <a:latin typeface="Graphik Semibold" panose="020B0503030202060203" pitchFamily="34" charset="77"/>
              </a:rPr>
              <a:t>Place headline here in </a:t>
            </a:r>
            <a:r>
              <a:rPr lang="en-US" b="1" i="0" err="1">
                <a:latin typeface="Graphik Semibold" panose="020B0503030202060203" pitchFamily="34" charset="77"/>
              </a:rPr>
              <a:t>Graphik</a:t>
            </a:r>
            <a:r>
              <a:rPr lang="en-US" b="1" i="0">
                <a:latin typeface="Graphik Semibold" panose="020B0503030202060203" pitchFamily="34" charset="77"/>
              </a:rPr>
              <a:t> Semibold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60" y="1371601"/>
            <a:ext cx="11357865" cy="47668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7"/>
            <a:r>
              <a:rPr lang="en-US"/>
              <a:t>EIGHT LEVEL (DESCRIPTOR)</a:t>
            </a:r>
          </a:p>
          <a:p>
            <a:pPr lvl="8"/>
            <a:r>
              <a:rPr lang="en-US"/>
              <a:t>Ninth level (footer)</a:t>
            </a:r>
          </a:p>
        </p:txBody>
      </p:sp>
      <p:sp>
        <p:nvSpPr>
          <p:cNvPr id="4" name="GTS_Purple">
            <a:extLst>
              <a:ext uri="{FF2B5EF4-FFF2-40B4-BE49-F238E27FC236}">
                <a16:creationId xmlns:a16="http://schemas.microsoft.com/office/drawing/2014/main" id="{43975608-6DA8-9707-7CBD-C871ED474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 dirty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62129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  <p:sldLayoutId id="2147483731" r:id="rId18"/>
    <p:sldLayoutId id="2147483732" r:id="rId19"/>
    <p:sldLayoutId id="2147483733" r:id="rId20"/>
    <p:sldLayoutId id="2147483734" r:id="rId21"/>
    <p:sldLayoutId id="2147483735" r:id="rId22"/>
    <p:sldLayoutId id="2147483736" r:id="rId23"/>
    <p:sldLayoutId id="2147483737" r:id="rId24"/>
    <p:sldLayoutId id="2147483738" r:id="rId25"/>
    <p:sldLayoutId id="2147483739" r:id="rId26"/>
    <p:sldLayoutId id="2147483740" r:id="rId27"/>
    <p:sldLayoutId id="2147483741" r:id="rId28"/>
    <p:sldLayoutId id="2147483742" r:id="rId29"/>
    <p:sldLayoutId id="2147483743" r:id="rId30"/>
    <p:sldLayoutId id="2147483744" r:id="rId31"/>
    <p:sldLayoutId id="2147483745" r:id="rId32"/>
    <p:sldLayoutId id="2147483746" r:id="rId33"/>
    <p:sldLayoutId id="2147483747" r:id="rId34"/>
    <p:sldLayoutId id="2147483748" r:id="rId35"/>
    <p:sldLayoutId id="2147483749" r:id="rId36"/>
    <p:sldLayoutId id="2147483750" r:id="rId37"/>
    <p:sldLayoutId id="2147483751" r:id="rId38"/>
    <p:sldLayoutId id="2147483752" r:id="rId39"/>
    <p:sldLayoutId id="2147483753" r:id="rId40"/>
    <p:sldLayoutId id="2147483754" r:id="rId41"/>
    <p:sldLayoutId id="2147483755" r:id="rId42"/>
    <p:sldLayoutId id="2147483756" r:id="rId43"/>
    <p:sldLayoutId id="2147483757" r:id="rId44"/>
    <p:sldLayoutId id="2147483758" r:id="rId45"/>
    <p:sldLayoutId id="2147483759" r:id="rId46"/>
    <p:sldLayoutId id="2147483760" r:id="rId47"/>
    <p:sldLayoutId id="2147483761" r:id="rId48"/>
    <p:sldLayoutId id="2147483762" r:id="rId49"/>
    <p:sldLayoutId id="2147483763" r:id="rId50"/>
    <p:sldLayoutId id="2147483764" r:id="rId51"/>
    <p:sldLayoutId id="2147483765" r:id="rId52"/>
    <p:sldLayoutId id="2147483766" r:id="rId53"/>
    <p:sldLayoutId id="2147483767" r:id="rId54"/>
    <p:sldLayoutId id="2147483768" r:id="rId55"/>
    <p:sldLayoutId id="2147483769" r:id="rId56"/>
    <p:sldLayoutId id="2147483770" r:id="rId57"/>
  </p:sldLayoutIdLst>
  <p:hf sldNum="0" hdr="0" ftr="0" dt="0"/>
  <p:txStyles>
    <p:titleStyle>
      <a:lvl1pPr algn="l" defTabSz="914377" rtl="0" eaLnBrk="1" latinLnBrk="0" hangingPunct="1">
        <a:lnSpc>
          <a:spcPct val="8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Graphik Semibold" panose="020B0503030202060203" pitchFamily="34" charset="77"/>
          <a:ea typeface="+mj-ea"/>
          <a:cs typeface="+mj-cs"/>
        </a:defRPr>
      </a:lvl1pPr>
    </p:titleStyle>
    <p:bodyStyle>
      <a:lvl1pPr marL="0" indent="0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594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457189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85783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77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Graphik" panose="020B0503030202060203" pitchFamily="34" charset="0"/>
        <a:buNone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9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7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>
          <p15:clr>
            <a:srgbClr val="5ACBF0"/>
          </p15:clr>
        </p15:guide>
        <p15:guide id="8" pos="347">
          <p15:clr>
            <a:srgbClr val="9FCC3B"/>
          </p15:clr>
        </p15:guide>
        <p15:guide id="9" pos="733">
          <p15:clr>
            <a:srgbClr val="C35EA4"/>
          </p15:clr>
        </p15:guide>
        <p15:guide id="10" pos="7514">
          <p15:clr>
            <a:srgbClr val="5ACBF0"/>
          </p15:clr>
        </p15:guide>
        <p15:guide id="11" pos="166">
          <p15:clr>
            <a:srgbClr val="5ACBF0"/>
          </p15:clr>
        </p15:guide>
        <p15:guide id="12" orient="horz" pos="4156">
          <p15:clr>
            <a:srgbClr val="5ACBF0"/>
          </p15:clr>
        </p15:guide>
        <p15:guide id="13" pos="7333">
          <p15:clr>
            <a:srgbClr val="9FCC3B"/>
          </p15:clr>
        </p15:guide>
        <p15:guide id="14" orient="horz" pos="346">
          <p15:clr>
            <a:srgbClr val="9FCC3B"/>
          </p15:clr>
        </p15:guide>
        <p15:guide id="15" orient="horz" pos="3974">
          <p15:clr>
            <a:srgbClr val="9FCC3B"/>
          </p15:clr>
        </p15:guide>
        <p15:guide id="16" orient="horz" pos="845">
          <p15:clr>
            <a:srgbClr val="A4A3A4"/>
          </p15:clr>
        </p15:guide>
        <p15:guide id="17" orient="horz" pos="3861">
          <p15:clr>
            <a:srgbClr val="A4A3A4"/>
          </p15:clr>
        </p15:guide>
        <p15:guide id="18" pos="6924">
          <p15:clr>
            <a:srgbClr val="C35EA4"/>
          </p15:clr>
        </p15:guide>
        <p15:guide id="19" orient="horz" pos="1162">
          <p15:clr>
            <a:srgbClr val="FDE53C"/>
          </p15:clr>
        </p15:guide>
        <p15:guide id="20" pos="7015">
          <p15:clr>
            <a:srgbClr val="F26B43"/>
          </p15:clr>
        </p15:guide>
        <p15:guide id="21" pos="66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F734293-2C7B-BDDF-F23A-C48C49BB30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3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935BF95-9260-FF3E-8BA1-F61D8AD0F5C6}"/>
              </a:ext>
            </a:extLst>
          </p:cNvPr>
          <p:cNvSpPr txBox="1"/>
          <p:nvPr/>
        </p:nvSpPr>
        <p:spPr>
          <a:xfrm>
            <a:off x="2989992" y="5411118"/>
            <a:ext cx="6212017" cy="566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Semibold" panose="020B0503030202060203" pitchFamily="34" charset="77"/>
                <a:ea typeface="+mn-ea"/>
                <a:cs typeface="+mn-cs"/>
              </a:rPr>
              <a:t>AI reinvention made real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D2B6F5-4632-A6A7-D235-C4D1E256BD27}"/>
              </a:ext>
            </a:extLst>
          </p:cNvPr>
          <p:cNvSpPr/>
          <p:nvPr/>
        </p:nvSpPr>
        <p:spPr>
          <a:xfrm>
            <a:off x="3858744" y="5990476"/>
            <a:ext cx="4474512" cy="352647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 Regular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48F6C9-FCFE-86D4-8670-F533A4CE4650}"/>
              </a:ext>
            </a:extLst>
          </p:cNvPr>
          <p:cNvSpPr txBox="1"/>
          <p:nvPr/>
        </p:nvSpPr>
        <p:spPr>
          <a:xfrm>
            <a:off x="3858744" y="5972549"/>
            <a:ext cx="4474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t>Accenture Innovation Challenge 2026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1F14DF-2C9D-B80A-C71C-0112D6D0761C}"/>
              </a:ext>
            </a:extLst>
          </p:cNvPr>
          <p:cNvSpPr txBox="1"/>
          <p:nvPr/>
        </p:nvSpPr>
        <p:spPr>
          <a:xfrm>
            <a:off x="2171700" y="73478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IN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024621-FBF9-4110-3A1E-192695265E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93" y="667062"/>
            <a:ext cx="1251231" cy="33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161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171E876B-A706-450C-8C34-951E6FA6C00F}"/>
              </a:ext>
            </a:extLst>
          </p:cNvPr>
          <p:cNvSpPr/>
          <p:nvPr/>
        </p:nvSpPr>
        <p:spPr>
          <a:xfrm>
            <a:off x="852718" y="2506579"/>
            <a:ext cx="1443661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00A31654-439B-4571-B7B1-2E29E58E7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525056"/>
            <a:ext cx="11430000" cy="726439"/>
          </a:xfrm>
        </p:spPr>
        <p:txBody>
          <a:bodyPr/>
          <a:lstStyle/>
          <a:p>
            <a:r>
              <a:rPr lang="en-US" dirty="0"/>
              <a:t>Team details</a:t>
            </a:r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258B87F-AD17-4B30-9FAA-C5C07FCFFE8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06202" y="6519009"/>
            <a:ext cx="385711" cy="20637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9AC08D-23A9-440E-BCB9-AA1E9877CC3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40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40000"/>
                </a:srgb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9" name="Text Placeholder 27">
            <a:extLst>
              <a:ext uri="{FF2B5EF4-FFF2-40B4-BE49-F238E27FC236}">
                <a16:creationId xmlns:a16="http://schemas.microsoft.com/office/drawing/2014/main" id="{1D437424-4E2F-45EB-945E-4A07F8154854}"/>
              </a:ext>
            </a:extLst>
          </p:cNvPr>
          <p:cNvSpPr txBox="1">
            <a:spLocks/>
          </p:cNvSpPr>
          <p:nvPr/>
        </p:nvSpPr>
        <p:spPr>
          <a:xfrm>
            <a:off x="2637616" y="2098914"/>
            <a:ext cx="3177007" cy="811161"/>
          </a:xfrm>
          <a:prstGeom prst="rect">
            <a:avLst/>
          </a:prstGeom>
        </p:spPr>
        <p:txBody>
          <a:bodyPr vert="horz" lIns="0" tIns="0" rIns="0" bIns="0" rtlCol="0" anchor="b">
            <a:normAutofit fontScale="92500" lnSpcReduction="20000"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latin typeface="Graphik"/>
              </a:rPr>
              <a:t>Muggu Jaya Sree</a:t>
            </a: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(Team Leader)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2BAEA9-C010-474F-8C80-BD3D504C25C1}"/>
              </a:ext>
            </a:extLst>
          </p:cNvPr>
          <p:cNvCxnSpPr/>
          <p:nvPr/>
        </p:nvCxnSpPr>
        <p:spPr>
          <a:xfrm>
            <a:off x="2623232" y="3010298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2">
            <a:extLst>
              <a:ext uri="{FF2B5EF4-FFF2-40B4-BE49-F238E27FC236}">
                <a16:creationId xmlns:a16="http://schemas.microsoft.com/office/drawing/2014/main" id="{A29DB088-2EF4-4C53-A6E2-75C9C7F34C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1542980"/>
              </p:ext>
            </p:extLst>
          </p:nvPr>
        </p:nvGraphicFramePr>
        <p:xfrm>
          <a:off x="461913" y="1173024"/>
          <a:ext cx="11617737" cy="37845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382355">
                  <a:extLst>
                    <a:ext uri="{9D8B030D-6E8A-4147-A177-3AD203B41FA5}">
                      <a16:colId xmlns:a16="http://schemas.microsoft.com/office/drawing/2014/main" val="129918070"/>
                    </a:ext>
                  </a:extLst>
                </a:gridCol>
                <a:gridCol w="7235382">
                  <a:extLst>
                    <a:ext uri="{9D8B030D-6E8A-4147-A177-3AD203B41FA5}">
                      <a16:colId xmlns:a16="http://schemas.microsoft.com/office/drawing/2014/main" val="1188269312"/>
                    </a:ext>
                  </a:extLst>
                </a:gridCol>
              </a:tblGrid>
              <a:tr h="378454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A100FF"/>
                          </a:solidFill>
                        </a:rPr>
                        <a:t>TEAM NAME: InsightForge</a:t>
                      </a:r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dirty="0">
                        <a:solidFill>
                          <a:srgbClr val="A100FF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512452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F2218D32-4F17-4A5E-9BE4-29837BF54E70}"/>
              </a:ext>
            </a:extLst>
          </p:cNvPr>
          <p:cNvSpPr txBox="1"/>
          <p:nvPr/>
        </p:nvSpPr>
        <p:spPr>
          <a:xfrm>
            <a:off x="2623231" y="3141433"/>
            <a:ext cx="38592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College: Indian Institute of Technology Indore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Stream: Metallurgical Engineering and Materials Science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Year of graduation: 2027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950D10-5CC6-8BC3-A0A7-FF58D5E2C5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718" y="2098914"/>
            <a:ext cx="1252927" cy="1713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471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896112"/>
            <a:ext cx="11292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dirty="0">
                <a:solidFill>
                  <a:srgbClr val="191919"/>
                </a:solidFill>
                <a:latin typeface="Arial"/>
              </a:rPr>
              <a:t>Business Intelligence: From “What Happened?” to “Why and What Next?”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572768"/>
            <a:ext cx="113842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381522" y="1568190"/>
            <a:ext cx="1417320" cy="384048"/>
          </a:xfrm>
          <a:prstGeom prst="roundRect">
            <a:avLst/>
          </a:prstGeom>
          <a:solidFill>
            <a:srgbClr val="5B1CA0"/>
          </a:solidFill>
          <a:ln w="12700">
            <a:solidFill>
              <a:srgbClr val="5B1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583425" y="1629649"/>
            <a:ext cx="923544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>
                <a:solidFill>
                  <a:srgbClr val="FFFFFF"/>
                </a:solidFill>
                <a:latin typeface="Arial"/>
              </a:rPr>
              <a:t>THE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8178" y="2101424"/>
            <a:ext cx="3943433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1200" dirty="0">
                <a:solidFill>
                  <a:srgbClr val="191919"/>
                </a:solidFill>
                <a:latin typeface="Arial"/>
              </a:rPr>
              <a:t>Business d</a:t>
            </a:r>
            <a:r>
              <a:rPr sz="1200" dirty="0">
                <a:solidFill>
                  <a:srgbClr val="191919"/>
                </a:solidFill>
                <a:latin typeface="Arial"/>
              </a:rPr>
              <a:t>ashboards show </a:t>
            </a:r>
            <a:r>
              <a:rPr sz="1200" dirty="0">
                <a:solidFill>
                  <a:srgbClr val="7030A0"/>
                </a:solidFill>
                <a:latin typeface="Arial"/>
              </a:rPr>
              <a:t>WHAT</a:t>
            </a:r>
            <a:r>
              <a:rPr sz="1200" dirty="0">
                <a:solidFill>
                  <a:srgbClr val="191919"/>
                </a:solidFill>
                <a:latin typeface="Arial"/>
              </a:rPr>
              <a:t> changed, but rarely explain </a:t>
            </a:r>
            <a:r>
              <a:rPr sz="1200" dirty="0">
                <a:solidFill>
                  <a:srgbClr val="7030A0"/>
                </a:solidFill>
                <a:latin typeface="Arial"/>
              </a:rPr>
              <a:t>WHY it changed </a:t>
            </a:r>
            <a:r>
              <a:rPr sz="1200" dirty="0">
                <a:solidFill>
                  <a:srgbClr val="191919"/>
                </a:solidFill>
                <a:latin typeface="Arial"/>
              </a:rPr>
              <a:t>or </a:t>
            </a:r>
            <a:r>
              <a:rPr sz="1200" dirty="0">
                <a:solidFill>
                  <a:srgbClr val="7030A0"/>
                </a:solidFill>
                <a:latin typeface="Arial"/>
              </a:rPr>
              <a:t>WHAT action should follow.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082" y="2690234"/>
            <a:ext cx="384048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 dirty="0">
                <a:latin typeface="Arial"/>
              </a:rPr>
              <a:t>Example:</a:t>
            </a:r>
            <a:r>
              <a:rPr lang="en-IN" sz="1050" b="0" dirty="0">
                <a:latin typeface="Arial"/>
              </a:rPr>
              <a:t> </a:t>
            </a:r>
            <a:r>
              <a:rPr lang="en-IN" sz="1050" dirty="0"/>
              <a:t>A dashboard may show regional revenue dropped by 8%, but finding the reason still requires </a:t>
            </a:r>
            <a:r>
              <a:rPr lang="en-IN" sz="1050"/>
              <a:t>manual investigation</a:t>
            </a:r>
            <a:r>
              <a:rPr sz="1050" b="0">
                <a:latin typeface="Arial"/>
              </a:rPr>
              <a:t>.</a:t>
            </a:r>
            <a:endParaRPr sz="1050" b="0" dirty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617720" y="1663308"/>
            <a:ext cx="1569250" cy="130849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4808246" y="1811229"/>
            <a:ext cx="1399032" cy="238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dirty="0">
                <a:solidFill>
                  <a:srgbClr val="191919"/>
                </a:solidFill>
                <a:latin typeface="Arial"/>
              </a:rPr>
              <a:t>Regional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6970" y="1955071"/>
            <a:ext cx="6400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dirty="0">
                <a:solidFill>
                  <a:srgbClr val="A100FF"/>
                </a:solidFill>
                <a:latin typeface="Arial"/>
              </a:rP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6812679" y="1821520"/>
            <a:ext cx="729658" cy="707878"/>
          </a:xfrm>
          <a:prstGeom prst="ellipse">
            <a:avLst/>
          </a:prstGeom>
          <a:solidFill>
            <a:srgbClr val="F6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dirty="0">
                <a:solidFill>
                  <a:srgbClr val="5B1CA0"/>
                </a:solidFill>
                <a:latin typeface="Arial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8039" y="2502009"/>
            <a:ext cx="777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rgbClr val="5B1CA0"/>
                </a:solidFill>
                <a:latin typeface="Arial"/>
              </a:rPr>
              <a:t>WHY?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42520" y="2581722"/>
            <a:ext cx="658368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 dirty="0">
                <a:latin typeface="Arial"/>
              </a:rPr>
              <a:t>Sales</a:t>
            </a:r>
            <a:r>
              <a:rPr lang="en-IN" sz="850" b="1" dirty="0">
                <a:latin typeface="Arial"/>
              </a:rPr>
              <a:t> Data</a:t>
            </a:r>
            <a:endParaRPr sz="850" b="1" dirty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55648" y="2579556"/>
            <a:ext cx="822960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 dirty="0">
                <a:latin typeface="Arial"/>
              </a:rPr>
              <a:t>Customer</a:t>
            </a:r>
            <a:endParaRPr lang="en-IN" sz="850" b="1" dirty="0">
              <a:latin typeface="Arial"/>
            </a:endParaRPr>
          </a:p>
          <a:p>
            <a:pPr algn="ctr"/>
            <a:r>
              <a:rPr lang="en-IN" sz="850" b="1" dirty="0">
                <a:latin typeface="Arial"/>
              </a:rPr>
              <a:t>Feedback</a:t>
            </a:r>
            <a:endParaRPr sz="850" b="1" dirty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288346" y="2579556"/>
            <a:ext cx="822959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 dirty="0">
                <a:latin typeface="Arial"/>
              </a:rPr>
              <a:t>Operations</a:t>
            </a:r>
            <a:endParaRPr lang="en-IN" sz="850" b="1" dirty="0">
              <a:latin typeface="Arial"/>
            </a:endParaRPr>
          </a:p>
          <a:p>
            <a:pPr algn="ctr"/>
            <a:r>
              <a:rPr lang="en-IN" sz="850" b="1" dirty="0">
                <a:latin typeface="Arial"/>
              </a:rPr>
              <a:t>Reports</a:t>
            </a:r>
            <a:endParaRPr sz="850" b="1" dirty="0"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180557" y="2579556"/>
            <a:ext cx="658368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 dirty="0">
                <a:latin typeface="Arial"/>
              </a:rPr>
              <a:t>Market</a:t>
            </a:r>
            <a:endParaRPr lang="en-IN" sz="850" b="1" dirty="0">
              <a:latin typeface="Arial"/>
            </a:endParaRPr>
          </a:p>
          <a:p>
            <a:pPr algn="ctr"/>
            <a:r>
              <a:rPr lang="en-IN" sz="850" b="1" dirty="0">
                <a:latin typeface="Arial"/>
              </a:rPr>
              <a:t>Trends</a:t>
            </a:r>
            <a:endParaRPr sz="850" b="1" dirty="0">
              <a:latin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838925" y="2572137"/>
            <a:ext cx="837038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 dirty="0">
                <a:latin typeface="Arial"/>
              </a:rPr>
              <a:t>Pricing</a:t>
            </a:r>
            <a:r>
              <a:rPr lang="en-IN" sz="850" b="1" dirty="0">
                <a:latin typeface="Arial"/>
              </a:rPr>
              <a:t> &amp; </a:t>
            </a:r>
          </a:p>
          <a:p>
            <a:pPr algn="ctr"/>
            <a:r>
              <a:rPr lang="en-IN" sz="850" b="1" dirty="0">
                <a:latin typeface="Arial"/>
              </a:rPr>
              <a:t>Promotions</a:t>
            </a:r>
            <a:endParaRPr sz="850" b="1" dirty="0">
              <a:latin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886636" y="3028441"/>
            <a:ext cx="2971800" cy="238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dirty="0">
                <a:latin typeface="Arial"/>
              </a:rPr>
              <a:t>Analyst manually investigates multiple sources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98156" y="2893730"/>
            <a:ext cx="429767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5B1CA0"/>
                </a:solidFill>
                <a:latin typeface="Arial"/>
              </a:rPr>
              <a:t>→ </a:t>
            </a:r>
            <a:endParaRPr sz="950" b="1" dirty="0">
              <a:solidFill>
                <a:srgbClr val="5B1CA0"/>
              </a:solidFill>
              <a:latin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039751" y="3017520"/>
            <a:ext cx="1600200" cy="238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dirty="0">
                <a:solidFill>
                  <a:srgbClr val="7030A0"/>
                </a:solidFill>
                <a:latin typeface="Arial"/>
              </a:rPr>
              <a:t>Decision delayed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3529584"/>
            <a:ext cx="11384280" cy="112470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29" name="Rounded Rectangle 28"/>
          <p:cNvSpPr/>
          <p:nvPr/>
        </p:nvSpPr>
        <p:spPr>
          <a:xfrm>
            <a:off x="381522" y="3475230"/>
            <a:ext cx="1897380" cy="348492"/>
          </a:xfrm>
          <a:prstGeom prst="roundRect">
            <a:avLst/>
          </a:prstGeom>
          <a:solidFill>
            <a:srgbClr val="5B1CA0"/>
          </a:solidFill>
          <a:ln w="12700">
            <a:solidFill>
              <a:srgbClr val="5B1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0" name="TextBox 29"/>
          <p:cNvSpPr txBox="1"/>
          <p:nvPr/>
        </p:nvSpPr>
        <p:spPr>
          <a:xfrm>
            <a:off x="519369" y="3504077"/>
            <a:ext cx="1621686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>
                <a:solidFill>
                  <a:srgbClr val="FFFFFF"/>
                </a:solidFill>
                <a:latin typeface="Arial"/>
              </a:rPr>
              <a:t>THE CHALLENGE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18144" y="4055314"/>
            <a:ext cx="1895808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000" dirty="0"/>
              <a:t>Analysts must connect fragmented </a:t>
            </a:r>
            <a:r>
              <a:rPr lang="en-IN" sz="1000" dirty="0">
                <a:solidFill>
                  <a:srgbClr val="7030A0"/>
                </a:solidFill>
              </a:rPr>
              <a:t>structured</a:t>
            </a:r>
            <a:r>
              <a:rPr lang="en-IN" sz="1000" dirty="0"/>
              <a:t> and </a:t>
            </a:r>
            <a:r>
              <a:rPr lang="en-IN" sz="1000" dirty="0">
                <a:solidFill>
                  <a:srgbClr val="7030A0"/>
                </a:solidFill>
              </a:rPr>
              <a:t>unstructured data.</a:t>
            </a:r>
            <a:endParaRPr sz="1000" b="0" dirty="0">
              <a:solidFill>
                <a:srgbClr val="7030A0"/>
              </a:solidFill>
              <a:latin typeface="Arial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981742" y="4022863"/>
            <a:ext cx="2342192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>
                <a:latin typeface="Arial"/>
              </a:rPr>
              <a:t>Normal fluctuations can </a:t>
            </a:r>
            <a:r>
              <a:rPr lang="en-IN" sz="1000" dirty="0">
                <a:latin typeface="Arial"/>
              </a:rPr>
              <a:t>be mistaken for</a:t>
            </a:r>
            <a:r>
              <a:rPr sz="1000" b="0" dirty="0">
                <a:latin typeface="Arial"/>
              </a:rPr>
              <a:t> meaningful</a:t>
            </a:r>
            <a:r>
              <a:rPr lang="en-IN" sz="1000" b="0" dirty="0">
                <a:latin typeface="Arial"/>
              </a:rPr>
              <a:t> changes</a:t>
            </a:r>
            <a:r>
              <a:rPr sz="1000" b="0" dirty="0">
                <a:latin typeface="Arial"/>
              </a:rPr>
              <a:t>, </a:t>
            </a:r>
            <a:r>
              <a:rPr lang="en-IN" sz="1000" b="0" dirty="0">
                <a:latin typeface="Arial"/>
              </a:rPr>
              <a:t>leading to </a:t>
            </a:r>
            <a:r>
              <a:rPr sz="1000" b="0" dirty="0">
                <a:solidFill>
                  <a:srgbClr val="7030A0"/>
                </a:solidFill>
                <a:latin typeface="Arial"/>
              </a:rPr>
              <a:t>false alarms</a:t>
            </a:r>
            <a:r>
              <a:rPr sz="1000" b="0" dirty="0">
                <a:latin typeface="Arial"/>
              </a:rPr>
              <a:t> or missed issues.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86200" y="4041648"/>
            <a:ext cx="9144" cy="566928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8" name="Rectangle 37"/>
          <p:cNvSpPr/>
          <p:nvPr/>
        </p:nvSpPr>
        <p:spPr>
          <a:xfrm>
            <a:off x="7498079" y="4041648"/>
            <a:ext cx="9144" cy="566928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9" name="Rounded Rectangle 38"/>
          <p:cNvSpPr/>
          <p:nvPr/>
        </p:nvSpPr>
        <p:spPr>
          <a:xfrm>
            <a:off x="365760" y="4843821"/>
            <a:ext cx="11384280" cy="1570275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D2E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0" name="Rounded Rectangle 39"/>
          <p:cNvSpPr/>
          <p:nvPr/>
        </p:nvSpPr>
        <p:spPr>
          <a:xfrm>
            <a:off x="361067" y="4862204"/>
            <a:ext cx="2402280" cy="320720"/>
          </a:xfrm>
          <a:prstGeom prst="roundRect">
            <a:avLst/>
          </a:prstGeom>
          <a:solidFill>
            <a:srgbClr val="1A9660"/>
          </a:solidFill>
          <a:ln w="12700">
            <a:solidFill>
              <a:srgbClr val="1A9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1" name="TextBox 40"/>
          <p:cNvSpPr txBox="1"/>
          <p:nvPr/>
        </p:nvSpPr>
        <p:spPr>
          <a:xfrm>
            <a:off x="460337" y="4887996"/>
            <a:ext cx="2350008" cy="2846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dirty="0">
                <a:solidFill>
                  <a:srgbClr val="FFFFFF"/>
                </a:solidFill>
                <a:latin typeface="Arial"/>
              </a:rPr>
              <a:t>WHAT BUSINESSES NEED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28480" y="4912906"/>
            <a:ext cx="305121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dirty="0">
                <a:solidFill>
                  <a:srgbClr val="191919"/>
                </a:solidFill>
                <a:latin typeface="Arial"/>
              </a:rPr>
              <a:t>An intelligent KPI storytelling engine that can: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77662" y="5968185"/>
            <a:ext cx="681048" cy="238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dirty="0">
                <a:solidFill>
                  <a:srgbClr val="1A9660"/>
                </a:solidFill>
                <a:latin typeface="Arial"/>
              </a:rPr>
              <a:t>DETECT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01474" y="6129968"/>
            <a:ext cx="1233424" cy="22133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850" b="0" dirty="0">
                <a:solidFill>
                  <a:srgbClr val="5F5F5F"/>
                </a:solidFill>
                <a:latin typeface="Arial"/>
              </a:rPr>
              <a:t>M</a:t>
            </a:r>
            <a:r>
              <a:rPr sz="850" b="0" dirty="0">
                <a:solidFill>
                  <a:srgbClr val="5F5F5F"/>
                </a:solidFill>
                <a:latin typeface="Arial"/>
              </a:rPr>
              <a:t>eaningful</a:t>
            </a:r>
            <a:r>
              <a:rPr lang="en-IN" sz="850" b="0" dirty="0">
                <a:solidFill>
                  <a:srgbClr val="5F5F5F"/>
                </a:solidFill>
                <a:latin typeface="Arial"/>
              </a:rPr>
              <a:t> </a:t>
            </a:r>
            <a:r>
              <a:rPr sz="850" b="0" dirty="0">
                <a:solidFill>
                  <a:srgbClr val="5F5F5F"/>
                </a:solidFill>
                <a:latin typeface="Arial"/>
              </a:rPr>
              <a:t>changes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61494" y="5350009"/>
            <a:ext cx="2286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1A9660"/>
                </a:solidFill>
                <a:latin typeface="Arial"/>
              </a:rPr>
              <a:t>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04415" y="5969465"/>
            <a:ext cx="1031885" cy="238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dirty="0">
                <a:solidFill>
                  <a:srgbClr val="1A9660"/>
                </a:solidFill>
                <a:latin typeface="Arial"/>
              </a:rPr>
              <a:t>INVESTIGATE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62517" y="6119514"/>
            <a:ext cx="829364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850" b="0" dirty="0">
                <a:solidFill>
                  <a:srgbClr val="5F5F5F"/>
                </a:solidFill>
                <a:latin typeface="Arial"/>
              </a:rPr>
              <a:t>L</a:t>
            </a:r>
            <a:r>
              <a:rPr sz="850" b="0" dirty="0">
                <a:solidFill>
                  <a:srgbClr val="5F5F5F"/>
                </a:solidFill>
                <a:latin typeface="Arial"/>
              </a:rPr>
              <a:t>ikely</a:t>
            </a:r>
            <a:r>
              <a:rPr lang="en-IN" sz="850" b="0" dirty="0">
                <a:solidFill>
                  <a:srgbClr val="5F5F5F"/>
                </a:solidFill>
                <a:latin typeface="Arial"/>
              </a:rPr>
              <a:t> </a:t>
            </a:r>
            <a:r>
              <a:rPr sz="850" b="0" dirty="0">
                <a:solidFill>
                  <a:srgbClr val="5F5F5F"/>
                </a:solidFill>
                <a:latin typeface="Arial"/>
              </a:rPr>
              <a:t>drivers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16047" y="5970049"/>
            <a:ext cx="874731" cy="238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dirty="0">
                <a:solidFill>
                  <a:srgbClr val="1A9660"/>
                </a:solidFill>
                <a:latin typeface="Arial"/>
              </a:rPr>
              <a:t>COMBINE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42158" y="6095593"/>
            <a:ext cx="1110531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IN" sz="900" dirty="0"/>
              <a:t>Structured +</a:t>
            </a:r>
            <a:br>
              <a:rPr lang="en-IN" sz="900" dirty="0"/>
            </a:br>
            <a:r>
              <a:rPr lang="en-IN" sz="900" dirty="0"/>
              <a:t>Unstructured data</a:t>
            </a:r>
            <a:endParaRPr sz="850" b="0" dirty="0">
              <a:solidFill>
                <a:srgbClr val="5F5F5F"/>
              </a:solidFill>
              <a:latin typeface="Arial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801155" y="5968184"/>
            <a:ext cx="761315" cy="238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dirty="0">
                <a:solidFill>
                  <a:srgbClr val="1A9660"/>
                </a:solidFill>
                <a:latin typeface="Arial"/>
              </a:rPr>
              <a:t>EXPLAIN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37363" y="6107386"/>
            <a:ext cx="1234252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IN" sz="850" b="0" dirty="0">
                <a:solidFill>
                  <a:srgbClr val="5F5F5F"/>
                </a:solidFill>
                <a:latin typeface="Arial"/>
              </a:rPr>
              <a:t>The story in </a:t>
            </a:r>
            <a:r>
              <a:rPr sz="850" b="0" dirty="0">
                <a:solidFill>
                  <a:srgbClr val="5F5F5F"/>
                </a:solidFill>
                <a:latin typeface="Arial"/>
              </a:rPr>
              <a:t>natural
language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89325" y="5955142"/>
            <a:ext cx="1057527" cy="238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dirty="0">
                <a:solidFill>
                  <a:srgbClr val="1A9660"/>
                </a:solidFill>
                <a:latin typeface="Arial"/>
              </a:rPr>
              <a:t>RECOMMEND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61052" y="6097616"/>
            <a:ext cx="703973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850" b="0" dirty="0">
                <a:solidFill>
                  <a:srgbClr val="5F5F5F"/>
                </a:solidFill>
                <a:latin typeface="Arial"/>
              </a:rPr>
              <a:t>N</a:t>
            </a:r>
            <a:r>
              <a:rPr sz="850" b="0" dirty="0">
                <a:solidFill>
                  <a:srgbClr val="5F5F5F"/>
                </a:solidFill>
                <a:latin typeface="Arial"/>
              </a:rPr>
              <a:t>ext</a:t>
            </a:r>
            <a:r>
              <a:rPr lang="en-IN" sz="850" b="0" dirty="0">
                <a:solidFill>
                  <a:srgbClr val="5F5F5F"/>
                </a:solidFill>
                <a:latin typeface="Arial"/>
              </a:rPr>
              <a:t> </a:t>
            </a:r>
            <a:r>
              <a:rPr sz="850" b="0" dirty="0">
                <a:solidFill>
                  <a:srgbClr val="5F5F5F"/>
                </a:solidFill>
                <a:latin typeface="Arial"/>
              </a:rPr>
              <a:t>steps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882889" y="5020055"/>
            <a:ext cx="2640517" cy="12684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4" name="TextBox 63"/>
          <p:cNvSpPr txBox="1"/>
          <p:nvPr/>
        </p:nvSpPr>
        <p:spPr>
          <a:xfrm>
            <a:off x="8998715" y="5147516"/>
            <a:ext cx="2363683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IN" sz="1000" b="0" dirty="0">
                <a:solidFill>
                  <a:srgbClr val="5F5F5F"/>
                </a:solidFill>
                <a:latin typeface="Arial"/>
              </a:rPr>
              <a:t>The system should also </a:t>
            </a:r>
            <a:r>
              <a:rPr lang="en-IN" sz="1000" b="0" dirty="0">
                <a:solidFill>
                  <a:schemeClr val="accent1">
                    <a:lumMod val="75000"/>
                  </a:schemeClr>
                </a:solidFill>
                <a:latin typeface="Arial"/>
              </a:rPr>
              <a:t>communicate uncertainty </a:t>
            </a:r>
            <a:r>
              <a:rPr lang="en-IN" sz="1000" b="0" dirty="0">
                <a:solidFill>
                  <a:srgbClr val="5F5F5F"/>
                </a:solidFill>
                <a:latin typeface="Arial"/>
              </a:rPr>
              <a:t>when </a:t>
            </a:r>
            <a:r>
              <a:rPr lang="en-IN" sz="1000" b="0" dirty="0">
                <a:solidFill>
                  <a:schemeClr val="accent1">
                    <a:lumMod val="75000"/>
                  </a:schemeClr>
                </a:solidFill>
                <a:latin typeface="Arial"/>
              </a:rPr>
              <a:t>evidence</a:t>
            </a:r>
            <a:r>
              <a:rPr lang="en-IN" sz="1000" b="0" dirty="0">
                <a:solidFill>
                  <a:srgbClr val="5F5F5F"/>
                </a:solidFill>
                <a:latin typeface="Arial"/>
              </a:rPr>
              <a:t> is insufficient, rather than generating unsupported conclusions, while keeping the </a:t>
            </a:r>
            <a:r>
              <a:rPr lang="en-IN" sz="1000" dirty="0">
                <a:solidFill>
                  <a:schemeClr val="accent1">
                    <a:lumMod val="75000"/>
                  </a:schemeClr>
                </a:solidFill>
                <a:latin typeface="Arial"/>
              </a:rPr>
              <a:t>final decision with the human.</a:t>
            </a:r>
            <a:endParaRPr sz="1000" dirty="0">
              <a:solidFill>
                <a:schemeClr val="accent1">
                  <a:lumMod val="75000"/>
                </a:schemeClr>
              </a:solidFill>
              <a:latin typeface="Arial"/>
            </a:endParaRPr>
          </a:p>
        </p:txBody>
      </p:sp>
      <p:sp>
        <p:nvSpPr>
          <p:cNvPr id="67" name="Title 3">
            <a:extLst>
              <a:ext uri="{FF2B5EF4-FFF2-40B4-BE49-F238E27FC236}">
                <a16:creationId xmlns:a16="http://schemas.microsoft.com/office/drawing/2014/main" id="{8C9DD8A9-18AB-23B8-6641-4E8D2E8163A2}"/>
              </a:ext>
            </a:extLst>
          </p:cNvPr>
          <p:cNvSpPr txBox="1">
            <a:spLocks/>
          </p:cNvSpPr>
          <p:nvPr/>
        </p:nvSpPr>
        <p:spPr>
          <a:xfrm>
            <a:off x="361458" y="386331"/>
            <a:ext cx="11282796" cy="470919"/>
          </a:xfrm>
          <a:prstGeom prst="rect">
            <a:avLst/>
          </a:prstGeom>
          <a:solidFill>
            <a:srgbClr val="A100FF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b="1" dirty="0">
                <a:solidFill>
                  <a:schemeClr val="bg1"/>
                </a:solidFill>
                <a:latin typeface="Graphik" panose="020B0503030202060203" pitchFamily="34" charset="0"/>
                <a:cs typeface="Arial" panose="020B0604020202020204" pitchFamily="34" charset="0"/>
              </a:rPr>
              <a:t>Describe the problem statement (200 words)</a:t>
            </a:r>
            <a:endParaRPr lang="en-IN" sz="2000" dirty="0">
              <a:solidFill>
                <a:schemeClr val="bg1"/>
              </a:solidFill>
              <a:latin typeface="Graphik" panose="020B0503030202060203" pitchFamily="34" charset="0"/>
              <a:cs typeface="Arial" panose="020B0604020202020204" pitchFamily="34" charset="0"/>
            </a:endParaRP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E4742422-FD92-A58C-37BC-24096F223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8167" y="2487629"/>
            <a:ext cx="1300278" cy="446044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EF668D30-A443-CBE2-7229-78CB30A77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4764" y="2069574"/>
            <a:ext cx="1077416" cy="446044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45017742-FBDC-7EF5-ECD7-31E0BB3E7B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0823" y="3044951"/>
            <a:ext cx="275969" cy="265177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349AEE7B-691A-C1AF-6004-3D50C7DA3CF4}"/>
              </a:ext>
            </a:extLst>
          </p:cNvPr>
          <p:cNvSpPr txBox="1"/>
          <p:nvPr/>
        </p:nvSpPr>
        <p:spPr>
          <a:xfrm>
            <a:off x="8605974" y="3028441"/>
            <a:ext cx="1089152" cy="238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dirty="0">
                <a:latin typeface="Arial"/>
              </a:rPr>
              <a:t>Hours / Days 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869BA24C-DFAC-BFC8-4428-3064367E23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7411" y="2971799"/>
            <a:ext cx="365329" cy="383596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8F494332-1BC6-7ED3-52AC-F8FD67ACCDC3}"/>
              </a:ext>
            </a:extLst>
          </p:cNvPr>
          <p:cNvSpPr txBox="1"/>
          <p:nvPr/>
        </p:nvSpPr>
        <p:spPr>
          <a:xfrm>
            <a:off x="9459214" y="2893730"/>
            <a:ext cx="429767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5B1CA0"/>
                </a:solidFill>
                <a:latin typeface="Arial"/>
              </a:rPr>
              <a:t>→ </a:t>
            </a:r>
            <a:endParaRPr sz="950" b="1" dirty="0">
              <a:solidFill>
                <a:srgbClr val="5B1CA0"/>
              </a:solidFill>
              <a:latin typeface="Arial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5AA4A1F-365B-6723-D418-557701FE6088}"/>
              </a:ext>
            </a:extLst>
          </p:cNvPr>
          <p:cNvSpPr txBox="1"/>
          <p:nvPr/>
        </p:nvSpPr>
        <p:spPr>
          <a:xfrm>
            <a:off x="1518144" y="3859100"/>
            <a:ext cx="1669965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1100" b="1" dirty="0">
                <a:solidFill>
                  <a:srgbClr val="7030A0"/>
                </a:solidFill>
                <a:latin typeface="Arial"/>
              </a:rPr>
              <a:t>Multiple Data Sources</a:t>
            </a:r>
            <a:endParaRPr sz="1100" b="1" dirty="0">
              <a:solidFill>
                <a:srgbClr val="7030A0"/>
              </a:solidFill>
              <a:latin typeface="Arial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2E3C453-20BC-FA09-6CFF-753091EA9B44}"/>
              </a:ext>
            </a:extLst>
          </p:cNvPr>
          <p:cNvSpPr txBox="1"/>
          <p:nvPr/>
        </p:nvSpPr>
        <p:spPr>
          <a:xfrm>
            <a:off x="5009317" y="3757994"/>
            <a:ext cx="1363219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1100" b="1" dirty="0">
                <a:solidFill>
                  <a:srgbClr val="7030A0"/>
                </a:solidFill>
                <a:latin typeface="Arial"/>
              </a:rPr>
              <a:t>Signal vs. Noise</a:t>
            </a:r>
            <a:endParaRPr sz="1100" b="1" dirty="0">
              <a:solidFill>
                <a:srgbClr val="7030A0"/>
              </a:solidFill>
              <a:latin typeface="Arial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7E049F0-9702-969F-DCA9-319A8543B9F7}"/>
              </a:ext>
            </a:extLst>
          </p:cNvPr>
          <p:cNvSpPr txBox="1"/>
          <p:nvPr/>
        </p:nvSpPr>
        <p:spPr>
          <a:xfrm>
            <a:off x="8708930" y="3802063"/>
            <a:ext cx="2206994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100" b="1" dirty="0">
                <a:solidFill>
                  <a:srgbClr val="5B1CA0"/>
                </a:solidFill>
                <a:latin typeface="Arial"/>
              </a:rPr>
              <a:t>CORRELATION ≠ CAUSATION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DD0FA7B5-D5FA-0D07-87BA-57027F933A6D}"/>
              </a:ext>
            </a:extLst>
          </p:cNvPr>
          <p:cNvSpPr txBox="1"/>
          <p:nvPr/>
        </p:nvSpPr>
        <p:spPr>
          <a:xfrm>
            <a:off x="8737810" y="4022863"/>
            <a:ext cx="2342192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1000" b="0" dirty="0">
                <a:latin typeface="Arial"/>
              </a:rPr>
              <a:t>It is easy to confuse correlation with causation, resulting in </a:t>
            </a:r>
            <a:r>
              <a:rPr lang="en-IN" sz="1000" b="0" dirty="0">
                <a:solidFill>
                  <a:srgbClr val="7030A0"/>
                </a:solidFill>
                <a:latin typeface="Arial"/>
              </a:rPr>
              <a:t>incorrect</a:t>
            </a:r>
            <a:r>
              <a:rPr lang="en-IN" sz="1000" b="0" dirty="0">
                <a:latin typeface="Arial"/>
              </a:rPr>
              <a:t> conclusions and misguided actions.</a:t>
            </a:r>
            <a:endParaRPr sz="1000" b="0" dirty="0">
              <a:latin typeface="Arial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D6C05943-25E4-D916-4C33-5A0481DF04B3}"/>
              </a:ext>
            </a:extLst>
          </p:cNvPr>
          <p:cNvSpPr txBox="1"/>
          <p:nvPr/>
        </p:nvSpPr>
        <p:spPr>
          <a:xfrm>
            <a:off x="6644012" y="5346301"/>
            <a:ext cx="2286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1A9660"/>
                </a:solidFill>
                <a:latin typeface="Arial"/>
              </a:rPr>
              <a:t>→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9434652-B54D-82C4-73F9-CF8C5F3281F1}"/>
              </a:ext>
            </a:extLst>
          </p:cNvPr>
          <p:cNvSpPr txBox="1"/>
          <p:nvPr/>
        </p:nvSpPr>
        <p:spPr>
          <a:xfrm>
            <a:off x="5224365" y="5378053"/>
            <a:ext cx="2286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1A9660"/>
                </a:solidFill>
                <a:latin typeface="Arial"/>
              </a:rPr>
              <a:t>→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AA2BD52F-776C-6B9C-AD08-DCECB013742D}"/>
              </a:ext>
            </a:extLst>
          </p:cNvPr>
          <p:cNvSpPr txBox="1"/>
          <p:nvPr/>
        </p:nvSpPr>
        <p:spPr>
          <a:xfrm>
            <a:off x="3767648" y="5343933"/>
            <a:ext cx="2286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1A9660"/>
                </a:solidFill>
                <a:latin typeface="Arial"/>
              </a:rPr>
              <a:t>→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DC4BAE-3AB5-04F9-2D3B-9C37DA0E0B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000" y="3888799"/>
            <a:ext cx="975791" cy="67707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7AC3648-87A3-A51A-248A-40C7E91F9F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83990" y="3729206"/>
            <a:ext cx="877615" cy="85720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CE919A8-8CDE-3D7A-AEF3-5FC158359D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1369" y="3655972"/>
            <a:ext cx="1027562" cy="95981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035482E-B334-C390-5EFC-B29A36709C8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76324" y="1860400"/>
            <a:ext cx="670799" cy="707878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7AFBAB24-533A-72DF-2F29-F831F4B0C82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74309" y="1860400"/>
            <a:ext cx="661911" cy="659365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6FFB7B04-146F-50DE-5842-00D2699B041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77840" y="1853914"/>
            <a:ext cx="661911" cy="661911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2DCFBC8E-A084-C0CE-4E54-E6DCD44616A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28350" y="1849245"/>
            <a:ext cx="502050" cy="653073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09DE9985-D9D1-4401-C84B-05A859D456F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50485" y="1914289"/>
            <a:ext cx="603473" cy="594117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8F9EF877-020B-532F-5C3A-F16051A6DF0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49256" y="5171794"/>
            <a:ext cx="777108" cy="81306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E3D2B191-C415-A7F3-CC40-9B8EB0A9434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76129" y="5153589"/>
            <a:ext cx="848109" cy="827708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11EC1CFC-875A-0CEF-B673-43412BBFF95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50927" y="5155376"/>
            <a:ext cx="909106" cy="845753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7A11C65C-F481-2191-D06A-02A58969D9A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13292" y="5095708"/>
            <a:ext cx="1069078" cy="877535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5D7A8F15-CE8B-F6E7-8945-300E39CF756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31010" y="5253150"/>
            <a:ext cx="748649" cy="70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716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73">
            <a:extLst>
              <a:ext uri="{FF2B5EF4-FFF2-40B4-BE49-F238E27FC236}">
                <a16:creationId xmlns:a16="http://schemas.microsoft.com/office/drawing/2014/main" id="{B9B555B4-A2B1-14ED-1279-748B67996314}"/>
              </a:ext>
            </a:extLst>
          </p:cNvPr>
          <p:cNvSpPr/>
          <p:nvPr/>
        </p:nvSpPr>
        <p:spPr>
          <a:xfrm>
            <a:off x="201168" y="961186"/>
            <a:ext cx="11753089" cy="283377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237742" y="974446"/>
            <a:ext cx="1554480" cy="365760"/>
          </a:xfrm>
          <a:prstGeom prst="roundRect">
            <a:avLst/>
          </a:prstGeom>
          <a:solidFill>
            <a:srgbClr val="4C1796"/>
          </a:solidFill>
          <a:ln w="12700">
            <a:solidFill>
              <a:srgbClr val="4C1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264117" y="1008893"/>
            <a:ext cx="19048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Arial"/>
              </a:rPr>
              <a:t>HOW IT WORKS</a:t>
            </a:r>
          </a:p>
        </p:txBody>
      </p:sp>
      <p:sp>
        <p:nvSpPr>
          <p:cNvPr id="9" name="Oval 8"/>
          <p:cNvSpPr/>
          <p:nvPr/>
        </p:nvSpPr>
        <p:spPr>
          <a:xfrm>
            <a:off x="504891" y="1382870"/>
            <a:ext cx="310896" cy="310896"/>
          </a:xfrm>
          <a:prstGeom prst="ellipse">
            <a:avLst/>
          </a:prstGeom>
          <a:solidFill>
            <a:srgbClr val="4C1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3454" y="1377272"/>
            <a:ext cx="1508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4C1796"/>
                </a:solidFill>
                <a:latin typeface="Arial"/>
              </a:rPr>
              <a:t>DETECT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5345" y="1631650"/>
            <a:ext cx="14173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/>
              <a:t>SQL + ML / Statistical Analysis</a:t>
            </a:r>
            <a:endParaRPr sz="1100" b="0" dirty="0">
              <a:solidFill>
                <a:srgbClr val="191919"/>
              </a:solidFill>
              <a:latin typeface="Arial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2596415" y="1382870"/>
            <a:ext cx="310896" cy="310896"/>
          </a:xfrm>
          <a:prstGeom prst="ellipse">
            <a:avLst/>
          </a:prstGeom>
          <a:solidFill>
            <a:srgbClr val="4C1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8940" y="1388927"/>
            <a:ext cx="1508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4C1796"/>
                </a:solidFill>
                <a:latin typeface="Arial"/>
              </a:rPr>
              <a:t>INVESTIGATE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8852" y="1621554"/>
            <a:ext cx="15920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/>
              <a:t>KPI / Driver Analysis</a:t>
            </a:r>
            <a:endParaRPr sz="1100" b="0" dirty="0">
              <a:solidFill>
                <a:srgbClr val="191919"/>
              </a:solidFill>
              <a:latin typeface="Arial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002810" y="1376779"/>
            <a:ext cx="310896" cy="310896"/>
          </a:xfrm>
          <a:prstGeom prst="ellipse">
            <a:avLst/>
          </a:prstGeom>
          <a:solidFill>
            <a:srgbClr val="4C1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40385" y="1379426"/>
            <a:ext cx="23682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4C1796"/>
                </a:solidFill>
                <a:latin typeface="Arial"/>
              </a:rPr>
              <a:t>COMBINE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1618381"/>
            <a:ext cx="165506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/>
              <a:t>Structured Data + Unstructured Data</a:t>
            </a:r>
          </a:p>
        </p:txBody>
      </p:sp>
      <p:sp>
        <p:nvSpPr>
          <p:cNvPr id="21" name="Oval 20"/>
          <p:cNvSpPr/>
          <p:nvPr/>
        </p:nvSpPr>
        <p:spPr>
          <a:xfrm>
            <a:off x="7215123" y="1395067"/>
            <a:ext cx="310896" cy="310896"/>
          </a:xfrm>
          <a:prstGeom prst="ellipse">
            <a:avLst/>
          </a:prstGeom>
          <a:solidFill>
            <a:srgbClr val="4C1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67560" y="1395067"/>
            <a:ext cx="1508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4C1796"/>
                </a:solidFill>
                <a:latin typeface="Arial"/>
              </a:rPr>
              <a:t>EXPLAIN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5882" y="1610306"/>
            <a:ext cx="1417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/>
              <a:t>LLM + Evidence Layer</a:t>
            </a:r>
            <a:endParaRPr sz="1100" b="0" dirty="0">
              <a:solidFill>
                <a:srgbClr val="191919"/>
              </a:solidFill>
              <a:latin typeface="Arial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9486507" y="1382870"/>
            <a:ext cx="310896" cy="310896"/>
          </a:xfrm>
          <a:prstGeom prst="ellipse">
            <a:avLst/>
          </a:prstGeom>
          <a:solidFill>
            <a:srgbClr val="4C17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5665" y="1388832"/>
            <a:ext cx="1508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4C1796"/>
                </a:solidFill>
                <a:latin typeface="Arial"/>
              </a:rPr>
              <a:t>RECOMMEND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38944" y="1627632"/>
            <a:ext cx="1417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/>
              <a:t>Next Best Action</a:t>
            </a:r>
            <a:endParaRPr sz="1100" b="0" dirty="0">
              <a:solidFill>
                <a:srgbClr val="191919"/>
              </a:solidFill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90636" y="1999497"/>
            <a:ext cx="1554481" cy="1581179"/>
          </a:xfrm>
          <a:prstGeom prst="roundRect">
            <a:avLst/>
          </a:prstGeom>
          <a:solidFill>
            <a:srgbClr val="F7F2FC"/>
          </a:solidFill>
          <a:ln w="12700">
            <a:solidFill>
              <a:srgbClr val="E1D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3" name="Rounded Rectangle 42"/>
          <p:cNvSpPr/>
          <p:nvPr/>
        </p:nvSpPr>
        <p:spPr>
          <a:xfrm>
            <a:off x="2238195" y="1952980"/>
            <a:ext cx="2379525" cy="1628421"/>
          </a:xfrm>
          <a:prstGeom prst="roundRect">
            <a:avLst/>
          </a:prstGeom>
          <a:solidFill>
            <a:srgbClr val="F7F2FC"/>
          </a:solidFill>
          <a:ln w="12700">
            <a:solidFill>
              <a:srgbClr val="E1D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4" name="TextBox 43"/>
          <p:cNvSpPr txBox="1"/>
          <p:nvPr/>
        </p:nvSpPr>
        <p:spPr>
          <a:xfrm>
            <a:off x="2357385" y="2184609"/>
            <a:ext cx="21835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b="1" dirty="0"/>
              <a:t>Driver Analysis</a:t>
            </a:r>
            <a:endParaRPr sz="1400" b="1" dirty="0">
              <a:solidFill>
                <a:srgbClr val="191919"/>
              </a:solidFill>
              <a:latin typeface="Arial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4983480" y="1999498"/>
            <a:ext cx="2057400" cy="1581904"/>
          </a:xfrm>
          <a:prstGeom prst="roundRect">
            <a:avLst/>
          </a:prstGeom>
          <a:solidFill>
            <a:srgbClr val="F7F2FC"/>
          </a:solidFill>
          <a:ln w="12700">
            <a:solidFill>
              <a:srgbClr val="E1D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2" name="TextBox 51"/>
          <p:cNvSpPr txBox="1"/>
          <p:nvPr/>
        </p:nvSpPr>
        <p:spPr>
          <a:xfrm>
            <a:off x="5172345" y="2192620"/>
            <a:ext cx="1783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191919"/>
                </a:solidFill>
                <a:latin typeface="Arial"/>
              </a:rPr>
              <a:t>Evidence Sources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223760" y="1998771"/>
            <a:ext cx="2057400" cy="158190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4" name="TextBox 63"/>
          <p:cNvSpPr txBox="1"/>
          <p:nvPr/>
        </p:nvSpPr>
        <p:spPr>
          <a:xfrm>
            <a:off x="7675237" y="2184610"/>
            <a:ext cx="1737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191919"/>
                </a:solidFill>
                <a:latin typeface="Arial"/>
              </a:rPr>
              <a:t>Key Insight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05006" y="2600751"/>
            <a:ext cx="17190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00" dirty="0"/>
              <a:t>Generate an evidence-backed explanation with confidence and uncertainty.</a:t>
            </a:r>
            <a:endParaRPr sz="1200" b="0" dirty="0">
              <a:solidFill>
                <a:srgbClr val="191919"/>
              </a:solidFill>
              <a:latin typeface="Arial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9464040" y="1998771"/>
            <a:ext cx="2057400" cy="1581905"/>
          </a:xfrm>
          <a:prstGeom prst="roundRect">
            <a:avLst/>
          </a:prstGeom>
          <a:solidFill>
            <a:srgbClr val="EFF9F3"/>
          </a:solidFill>
          <a:ln w="12700">
            <a:solidFill>
              <a:srgbClr val="CDE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 dirty="0"/>
          </a:p>
        </p:txBody>
      </p:sp>
      <p:sp>
        <p:nvSpPr>
          <p:cNvPr id="67" name="TextBox 66"/>
          <p:cNvSpPr txBox="1"/>
          <p:nvPr/>
        </p:nvSpPr>
        <p:spPr>
          <a:xfrm>
            <a:off x="9464040" y="2150507"/>
            <a:ext cx="22917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191919"/>
                </a:solidFill>
                <a:latin typeface="Arial"/>
              </a:rPr>
              <a:t>Recommended Actions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426304" y="2447978"/>
            <a:ext cx="212140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1D915B"/>
                </a:solidFill>
                <a:latin typeface="Arial"/>
              </a:rPr>
              <a:t>✓  Review pricing strategy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429566" y="2734699"/>
            <a:ext cx="225856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1D915B"/>
                </a:solidFill>
                <a:latin typeface="Arial"/>
              </a:rPr>
              <a:t>✓  Address top customer issues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437768" y="3021420"/>
            <a:ext cx="19385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1D915B"/>
                </a:solidFill>
                <a:latin typeface="Arial"/>
              </a:rPr>
              <a:t>✓  Monitor impact over time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01168" y="3983937"/>
            <a:ext cx="7269480" cy="265283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5" name="Rounded Rectangle 74"/>
          <p:cNvSpPr/>
          <p:nvPr/>
        </p:nvSpPr>
        <p:spPr>
          <a:xfrm>
            <a:off x="237742" y="3986220"/>
            <a:ext cx="2898748" cy="415497"/>
          </a:xfrm>
          <a:prstGeom prst="roundRect">
            <a:avLst/>
          </a:prstGeom>
          <a:solidFill>
            <a:srgbClr val="4C1796"/>
          </a:solidFill>
          <a:ln w="12700">
            <a:solidFill>
              <a:srgbClr val="4C1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6" name="TextBox 75"/>
          <p:cNvSpPr txBox="1"/>
          <p:nvPr/>
        </p:nvSpPr>
        <p:spPr>
          <a:xfrm>
            <a:off x="237742" y="4027058"/>
            <a:ext cx="32878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FFFFFF"/>
                </a:solidFill>
                <a:latin typeface="Arial"/>
              </a:rPr>
              <a:t>SOLUTION ARCHITECTURE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56616" y="4553203"/>
            <a:ext cx="1170432" cy="1877093"/>
          </a:xfrm>
          <a:prstGeom prst="roundRect">
            <a:avLst/>
          </a:prstGeom>
          <a:solidFill>
            <a:srgbClr val="F7F2FC"/>
          </a:solidFill>
          <a:ln w="12700">
            <a:solidFill>
              <a:srgbClr val="E1D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8" name="TextBox 77"/>
          <p:cNvSpPr txBox="1"/>
          <p:nvPr/>
        </p:nvSpPr>
        <p:spPr>
          <a:xfrm>
            <a:off x="390636" y="4717258"/>
            <a:ext cx="104241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dirty="0">
                <a:solidFill>
                  <a:srgbClr val="4C1796"/>
                </a:solidFill>
                <a:latin typeface="Arial"/>
              </a:rPr>
              <a:t>DATA SOURCES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32630" y="5282155"/>
            <a:ext cx="131659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sz="1000" b="0" dirty="0">
                <a:solidFill>
                  <a:srgbClr val="191919"/>
                </a:solidFill>
                <a:latin typeface="Arial"/>
              </a:rPr>
              <a:t>Sales &amp; Finance
CRM &amp; Feedback
Operations
Market</a:t>
            </a:r>
            <a:r>
              <a:rPr lang="en-IN" sz="1000" b="0" dirty="0">
                <a:solidFill>
                  <a:srgbClr val="191919"/>
                </a:solidFill>
                <a:latin typeface="Arial"/>
              </a:rPr>
              <a:t> data</a:t>
            </a:r>
            <a:endParaRPr sz="1000" b="0" dirty="0">
              <a:solidFill>
                <a:srgbClr val="191919"/>
              </a:solidFill>
              <a:latin typeface="Arial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1801367" y="4525716"/>
            <a:ext cx="1261872" cy="1904580"/>
          </a:xfrm>
          <a:prstGeom prst="roundRect">
            <a:avLst/>
          </a:prstGeom>
          <a:solidFill>
            <a:srgbClr val="F7F2FC"/>
          </a:solidFill>
          <a:ln w="12700">
            <a:solidFill>
              <a:srgbClr val="E1D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2" name="TextBox 81"/>
          <p:cNvSpPr txBox="1"/>
          <p:nvPr/>
        </p:nvSpPr>
        <p:spPr>
          <a:xfrm>
            <a:off x="1865375" y="4722485"/>
            <a:ext cx="113385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dirty="0">
                <a:solidFill>
                  <a:srgbClr val="4C1796"/>
                </a:solidFill>
                <a:latin typeface="Arial"/>
              </a:rPr>
              <a:t>INGEST &amp; PREPROCESS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827336" y="5263255"/>
            <a:ext cx="12618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sz="1000" b="0" dirty="0">
                <a:solidFill>
                  <a:srgbClr val="191919"/>
                </a:solidFill>
                <a:latin typeface="Arial"/>
              </a:rPr>
              <a:t>Data Ingestion
Cleaning 
Feature Engineering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273552" y="4532984"/>
            <a:ext cx="1280160" cy="1897311"/>
          </a:xfrm>
          <a:prstGeom prst="roundRect">
            <a:avLst/>
          </a:prstGeom>
          <a:solidFill>
            <a:srgbClr val="F7F2FC"/>
          </a:solidFill>
          <a:ln w="12700">
            <a:solidFill>
              <a:srgbClr val="E1D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6" name="TextBox 85"/>
          <p:cNvSpPr txBox="1"/>
          <p:nvPr/>
        </p:nvSpPr>
        <p:spPr>
          <a:xfrm>
            <a:off x="3273552" y="4840068"/>
            <a:ext cx="130301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dirty="0">
                <a:solidFill>
                  <a:srgbClr val="4C1796"/>
                </a:solidFill>
                <a:latin typeface="Arial"/>
              </a:rPr>
              <a:t>AI &amp; ANALYTICS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283064" y="5267835"/>
            <a:ext cx="133273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sz="1000" b="0" dirty="0">
                <a:solidFill>
                  <a:srgbClr val="191919"/>
                </a:solidFill>
                <a:latin typeface="Arial"/>
              </a:rPr>
              <a:t>Change Detection
Driver Analysis
Ranking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709160" y="4504972"/>
            <a:ext cx="1435662" cy="1925323"/>
          </a:xfrm>
          <a:prstGeom prst="roundRect">
            <a:avLst/>
          </a:prstGeom>
          <a:solidFill>
            <a:srgbClr val="F7F2FC"/>
          </a:solidFill>
          <a:ln w="12700">
            <a:solidFill>
              <a:srgbClr val="E1D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0" name="TextBox 89"/>
          <p:cNvSpPr txBox="1"/>
          <p:nvPr/>
        </p:nvSpPr>
        <p:spPr>
          <a:xfrm>
            <a:off x="4687875" y="4838512"/>
            <a:ext cx="145694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dirty="0">
                <a:solidFill>
                  <a:srgbClr val="4C1796"/>
                </a:solidFill>
                <a:latin typeface="Arial"/>
              </a:rPr>
              <a:t>STORY &amp; ACTION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745736" y="5234195"/>
            <a:ext cx="150876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sz="1000" b="0" dirty="0">
                <a:solidFill>
                  <a:srgbClr val="191919"/>
                </a:solidFill>
                <a:latin typeface="Arial"/>
              </a:rPr>
              <a:t>Insight Generation
Natural Language Narrative
Recommendations
Uncertainty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293218" y="4515343"/>
            <a:ext cx="1097280" cy="1914951"/>
          </a:xfrm>
          <a:prstGeom prst="roundRect">
            <a:avLst/>
          </a:prstGeom>
          <a:solidFill>
            <a:srgbClr val="F7F2FC"/>
          </a:solidFill>
          <a:ln w="12700">
            <a:solidFill>
              <a:srgbClr val="E1D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4" name="TextBox 93"/>
          <p:cNvSpPr txBox="1"/>
          <p:nvPr/>
        </p:nvSpPr>
        <p:spPr>
          <a:xfrm>
            <a:off x="6357226" y="4859335"/>
            <a:ext cx="96926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dirty="0">
                <a:solidFill>
                  <a:srgbClr val="4C1796"/>
                </a:solidFill>
                <a:latin typeface="Arial"/>
              </a:rPr>
              <a:t>DELIVERY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311200" y="5255117"/>
            <a:ext cx="11475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sz="1000" b="0" dirty="0">
                <a:solidFill>
                  <a:srgbClr val="191919"/>
                </a:solidFill>
                <a:latin typeface="Arial"/>
              </a:rPr>
              <a:t>Dashboards
Alerts
Reports
APIs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662672" y="4008583"/>
            <a:ext cx="4315968" cy="262819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7" name="Rounded Rectangle 96"/>
          <p:cNvSpPr/>
          <p:nvPr/>
        </p:nvSpPr>
        <p:spPr>
          <a:xfrm>
            <a:off x="8605586" y="4105101"/>
            <a:ext cx="2109384" cy="347472"/>
          </a:xfrm>
          <a:prstGeom prst="roundRect">
            <a:avLst/>
          </a:prstGeom>
          <a:solidFill>
            <a:srgbClr val="1D915B"/>
          </a:solidFill>
          <a:ln w="12700">
            <a:solidFill>
              <a:srgbClr val="1D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8" name="TextBox 97"/>
          <p:cNvSpPr txBox="1"/>
          <p:nvPr/>
        </p:nvSpPr>
        <p:spPr>
          <a:xfrm>
            <a:off x="8781886" y="4137887"/>
            <a:ext cx="19475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Arial"/>
              </a:rPr>
              <a:t>EXAMPLE OUTPUT</a:t>
            </a:r>
          </a:p>
        </p:txBody>
      </p:sp>
      <p:sp>
        <p:nvSpPr>
          <p:cNvPr id="110" name="Title 3">
            <a:extLst>
              <a:ext uri="{FF2B5EF4-FFF2-40B4-BE49-F238E27FC236}">
                <a16:creationId xmlns:a16="http://schemas.microsoft.com/office/drawing/2014/main" id="{6CE5472C-8760-4C73-71F8-D8D0731B7D02}"/>
              </a:ext>
            </a:extLst>
          </p:cNvPr>
          <p:cNvSpPr txBox="1">
            <a:spLocks/>
          </p:cNvSpPr>
          <p:nvPr/>
        </p:nvSpPr>
        <p:spPr>
          <a:xfrm>
            <a:off x="214809" y="151611"/>
            <a:ext cx="11741532" cy="465583"/>
          </a:xfrm>
          <a:prstGeom prst="rect">
            <a:avLst/>
          </a:prstGeom>
          <a:solidFill>
            <a:srgbClr val="A100FF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b="1" dirty="0">
                <a:solidFill>
                  <a:schemeClr val="bg1"/>
                </a:solidFill>
                <a:latin typeface="Graphik" panose="020B0503030202060203" pitchFamily="34" charset="0"/>
                <a:cs typeface="Arial" panose="020B0604020202020204" pitchFamily="34" charset="0"/>
              </a:rPr>
              <a:t>Proposed solution (200 words) : </a:t>
            </a:r>
            <a:r>
              <a:rPr lang="en-IN" sz="2000" b="1" dirty="0">
                <a:solidFill>
                  <a:schemeClr val="bg1"/>
                </a:solidFill>
                <a:latin typeface="Arial"/>
              </a:rPr>
              <a:t>KPI Storytelling Engine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AF3E898B-EC4F-A2A3-39F1-2F82EFA326BA}"/>
              </a:ext>
            </a:extLst>
          </p:cNvPr>
          <p:cNvSpPr txBox="1"/>
          <p:nvPr/>
        </p:nvSpPr>
        <p:spPr>
          <a:xfrm>
            <a:off x="5172345" y="2484535"/>
            <a:ext cx="17942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Sales Data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CRM/ Customer Feedback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Operations Data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Reports / Market Data 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1E929565-E18F-8F0C-35C5-3C75C18AEE82}"/>
              </a:ext>
            </a:extLst>
          </p:cNvPr>
          <p:cNvSpPr txBox="1"/>
          <p:nvPr/>
        </p:nvSpPr>
        <p:spPr>
          <a:xfrm>
            <a:off x="7822075" y="4666200"/>
            <a:ext cx="17190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KPI:</a:t>
            </a:r>
            <a:r>
              <a:rPr lang="en-IN" sz="1200" dirty="0"/>
              <a:t> Customer Churn</a:t>
            </a:r>
            <a:br>
              <a:rPr lang="en-IN" sz="1200" dirty="0"/>
            </a:br>
            <a:r>
              <a:rPr lang="en-IN" sz="1200" b="1" dirty="0"/>
              <a:t>Period:</a:t>
            </a:r>
            <a:r>
              <a:rPr lang="en-IN" sz="1200" dirty="0"/>
              <a:t> Q2 2025</a:t>
            </a:r>
            <a:br>
              <a:rPr lang="en-IN" sz="1200" dirty="0"/>
            </a:br>
            <a:r>
              <a:rPr lang="en-IN" sz="1200" b="1" dirty="0"/>
              <a:t>Change:</a:t>
            </a:r>
            <a:r>
              <a:rPr lang="en-IN" sz="1200" dirty="0"/>
              <a:t> </a:t>
            </a:r>
            <a:r>
              <a:rPr lang="en-IN" sz="1200" b="1" dirty="0"/>
              <a:t>+12%</a:t>
            </a:r>
            <a:endParaRPr sz="1200" b="0" dirty="0">
              <a:solidFill>
                <a:srgbClr val="191919"/>
              </a:solidFill>
              <a:latin typeface="Arial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FB66BFFF-9245-3C14-5B34-AE78044D1039}"/>
              </a:ext>
            </a:extLst>
          </p:cNvPr>
          <p:cNvSpPr txBox="1"/>
          <p:nvPr/>
        </p:nvSpPr>
        <p:spPr>
          <a:xfrm>
            <a:off x="7789027" y="5310355"/>
            <a:ext cx="21093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dirty="0"/>
              <a:t>Key Drivers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dirty="0"/>
              <a:t>Support delays ↑ 28%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dirty="0"/>
              <a:t>Product usage ↓ 19%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dirty="0"/>
              <a:t>Renewal rate ↓ 15%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1BF02A7E-4331-049B-1A62-2755118CFB16}"/>
              </a:ext>
            </a:extLst>
          </p:cNvPr>
          <p:cNvSpPr txBox="1"/>
          <p:nvPr/>
        </p:nvSpPr>
        <p:spPr>
          <a:xfrm>
            <a:off x="9688974" y="4607104"/>
            <a:ext cx="232257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dirty="0"/>
              <a:t>AI Insight</a:t>
            </a:r>
          </a:p>
          <a:p>
            <a:pPr>
              <a:buNone/>
            </a:pPr>
            <a:r>
              <a:rPr lang="en-IN" sz="1200" dirty="0"/>
              <a:t>Enterprise customers are churning primarily due to service delays and unresolved issues.</a:t>
            </a:r>
          </a:p>
          <a:p>
            <a:pPr>
              <a:buNone/>
            </a:pPr>
            <a:endParaRPr lang="en-IN" sz="1200" dirty="0"/>
          </a:p>
          <a:p>
            <a:pPr>
              <a:buNone/>
            </a:pPr>
            <a:r>
              <a:rPr lang="en-IN" sz="1200" b="1" dirty="0"/>
              <a:t>Recommended Action</a:t>
            </a:r>
          </a:p>
          <a:p>
            <a:pPr>
              <a:buNone/>
            </a:pPr>
            <a:r>
              <a:rPr lang="en-IN" sz="1200" dirty="0"/>
              <a:t>Prioritize at-risk customers and resolve recurring support issues.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E1B4AC17-5A9C-9E0F-CCFC-D6B247F5D176}"/>
              </a:ext>
            </a:extLst>
          </p:cNvPr>
          <p:cNvSpPr txBox="1"/>
          <p:nvPr/>
        </p:nvSpPr>
        <p:spPr>
          <a:xfrm>
            <a:off x="8252460" y="6259344"/>
            <a:ext cx="319791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050" b="1" dirty="0"/>
              <a:t>Confidence: Medium | Human Review Recommended</a:t>
            </a:r>
            <a:endParaRPr lang="en-IN" sz="105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A13766B-C683-9BFA-165A-9678396DABA9}"/>
              </a:ext>
            </a:extLst>
          </p:cNvPr>
          <p:cNvSpPr txBox="1"/>
          <p:nvPr/>
        </p:nvSpPr>
        <p:spPr>
          <a:xfrm>
            <a:off x="1473160" y="5263255"/>
            <a:ext cx="3427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7030A0"/>
                </a:solidFill>
                <a:sym typeface="Wingdings" panose="05000000000000000000" pitchFamily="2" charset="2"/>
              </a:rPr>
              <a:t></a:t>
            </a:r>
            <a:endParaRPr lang="en-IN" sz="1600" dirty="0">
              <a:solidFill>
                <a:srgbClr val="7030A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3EB1C13-9503-2D02-ED1A-D7AAFE8F0F3F}"/>
              </a:ext>
            </a:extLst>
          </p:cNvPr>
          <p:cNvSpPr txBox="1"/>
          <p:nvPr/>
        </p:nvSpPr>
        <p:spPr>
          <a:xfrm>
            <a:off x="4473778" y="5223288"/>
            <a:ext cx="3427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7030A0"/>
                </a:solidFill>
                <a:sym typeface="Wingdings" panose="05000000000000000000" pitchFamily="2" charset="2"/>
              </a:rPr>
              <a:t></a:t>
            </a:r>
            <a:endParaRPr lang="en-IN" sz="1600" dirty="0">
              <a:solidFill>
                <a:srgbClr val="7030A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218FE52-B69A-6827-C23E-A3A0F7A15EB5}"/>
              </a:ext>
            </a:extLst>
          </p:cNvPr>
          <p:cNvSpPr txBox="1"/>
          <p:nvPr/>
        </p:nvSpPr>
        <p:spPr>
          <a:xfrm>
            <a:off x="2975287" y="5236573"/>
            <a:ext cx="3427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7030A0"/>
                </a:solidFill>
                <a:sym typeface="Wingdings" panose="05000000000000000000" pitchFamily="2" charset="2"/>
              </a:rPr>
              <a:t></a:t>
            </a:r>
            <a:endParaRPr lang="en-IN" sz="1600" dirty="0">
              <a:solidFill>
                <a:srgbClr val="7030A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870CF71-68CF-4DC3-B315-030B40D3AF28}"/>
              </a:ext>
            </a:extLst>
          </p:cNvPr>
          <p:cNvSpPr txBox="1"/>
          <p:nvPr/>
        </p:nvSpPr>
        <p:spPr>
          <a:xfrm>
            <a:off x="6069461" y="5196905"/>
            <a:ext cx="3427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7030A0"/>
                </a:solidFill>
                <a:sym typeface="Wingdings" panose="05000000000000000000" pitchFamily="2" charset="2"/>
              </a:rPr>
              <a:t></a:t>
            </a:r>
            <a:endParaRPr lang="en-IN" sz="1600" dirty="0">
              <a:solidFill>
                <a:srgbClr val="7030A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FFC208-B742-E6A5-3739-EDCBFD0CFD4A}"/>
              </a:ext>
            </a:extLst>
          </p:cNvPr>
          <p:cNvSpPr txBox="1"/>
          <p:nvPr/>
        </p:nvSpPr>
        <p:spPr>
          <a:xfrm>
            <a:off x="437200" y="2533189"/>
            <a:ext cx="14820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00" dirty="0"/>
              <a:t>Identify meaningful  changes and separate signal from normal variation.</a:t>
            </a:r>
            <a:endParaRPr sz="1200" b="0" dirty="0">
              <a:solidFill>
                <a:srgbClr val="191919"/>
              </a:solidFill>
              <a:latin typeface="Arial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F900C6-C0CB-6E42-F67C-EDF73516A8A5}"/>
              </a:ext>
            </a:extLst>
          </p:cNvPr>
          <p:cNvSpPr txBox="1"/>
          <p:nvPr/>
        </p:nvSpPr>
        <p:spPr>
          <a:xfrm>
            <a:off x="469002" y="2189011"/>
            <a:ext cx="14308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Signal Detection</a:t>
            </a:r>
            <a:endParaRPr sz="1400" b="1" dirty="0">
              <a:solidFill>
                <a:srgbClr val="191919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EA0AC0-E91D-0FD2-B9BE-67761BB53437}"/>
              </a:ext>
            </a:extLst>
          </p:cNvPr>
          <p:cNvSpPr txBox="1"/>
          <p:nvPr/>
        </p:nvSpPr>
        <p:spPr>
          <a:xfrm>
            <a:off x="2511564" y="2523648"/>
            <a:ext cx="18327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00" dirty="0"/>
              <a:t>Break down KPI changes across key business dimensions to identify and rank likely drivers.</a:t>
            </a:r>
            <a:endParaRPr sz="1200" b="0" dirty="0">
              <a:solidFill>
                <a:srgbClr val="19191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86DCA-E252-45B6-8790-F0CA74EA4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5190523" cy="984885"/>
          </a:xfrm>
        </p:spPr>
        <p:txBody>
          <a:bodyPr/>
          <a:lstStyle/>
          <a:p>
            <a:r>
              <a:rPr lang="en-US" dirty="0">
                <a:latin typeface="+mj-lt"/>
              </a:rPr>
              <a:t>Thank you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C7DFC7-47F4-C4B7-A0B2-E20E30E22632}"/>
              </a:ext>
            </a:extLst>
          </p:cNvPr>
          <p:cNvSpPr txBox="1"/>
          <p:nvPr/>
        </p:nvSpPr>
        <p:spPr>
          <a:xfrm>
            <a:off x="550606" y="646962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IN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AC077C-3C96-7F80-5E1C-5988FABA6C8E}"/>
              </a:ext>
            </a:extLst>
          </p:cNvPr>
          <p:cNvSpPr txBox="1"/>
          <p:nvPr/>
        </p:nvSpPr>
        <p:spPr>
          <a:xfrm>
            <a:off x="9940413" y="6400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1583931614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ure 2025">
  <a:themeElements>
    <a:clrScheme name="Custom 20">
      <a:dk1>
        <a:srgbClr val="000000"/>
      </a:dk1>
      <a:lt1>
        <a:srgbClr val="FFFFFF"/>
      </a:lt1>
      <a:dk2>
        <a:srgbClr val="450073"/>
      </a:dk2>
      <a:lt2>
        <a:srgbClr val="A000FF"/>
      </a:lt2>
      <a:accent1>
        <a:srgbClr val="7400C0"/>
      </a:accent1>
      <a:accent2>
        <a:srgbClr val="C1A3FF"/>
      </a:accent2>
      <a:accent3>
        <a:srgbClr val="E6DCFF"/>
      </a:accent3>
      <a:accent4>
        <a:srgbClr val="FF50A0"/>
      </a:accent4>
      <a:accent5>
        <a:srgbClr val="224BFF"/>
      </a:accent5>
      <a:accent6>
        <a:srgbClr val="05F2DB"/>
      </a:accent6>
      <a:hlink>
        <a:srgbClr val="A000FF"/>
      </a:hlink>
      <a:folHlink>
        <a:srgbClr val="7400C0"/>
      </a:folHlink>
    </a:clrScheme>
    <a:fontScheme name="GraphikReg-GraphikSemiB">
      <a:majorFont>
        <a:latin typeface="Graphik-Semibold"/>
        <a:ea typeface=""/>
        <a:cs typeface=""/>
      </a:majorFont>
      <a:minorFont>
        <a:latin typeface="Graphik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FY25-Branding-Guidelines_PPT-Graphik_v19_AccessibilityFixes.pptx" id="{6C590743-EE6F-704D-9B30-76795EFC297C}" vid="{E566E052-0B33-5E4D-99EA-EFC16BC751F1}"/>
    </a:ext>
  </a:extLst>
</a:theme>
</file>

<file path=ppt/theme/theme2.xml><?xml version="1.0" encoding="utf-8"?>
<a:theme xmlns:a="http://schemas.openxmlformats.org/drawingml/2006/main" name="Titles">
  <a:themeElements>
    <a:clrScheme name="Acc Core">
      <a:dk1>
        <a:srgbClr val="000000"/>
      </a:dk1>
      <a:lt1>
        <a:srgbClr val="FFFFFF"/>
      </a:lt1>
      <a:dk2>
        <a:srgbClr val="BDBDBD"/>
      </a:dk2>
      <a:lt2>
        <a:srgbClr val="969696"/>
      </a:lt2>
      <a:accent1>
        <a:srgbClr val="A100FF"/>
      </a:accent1>
      <a:accent2>
        <a:srgbClr val="7500C0"/>
      </a:accent2>
      <a:accent3>
        <a:srgbClr val="460073"/>
      </a:accent3>
      <a:accent4>
        <a:srgbClr val="00BAFF"/>
      </a:accent4>
      <a:accent5>
        <a:srgbClr val="008EFF"/>
      </a:accent5>
      <a:accent6>
        <a:srgbClr val="004DFF"/>
      </a:accent6>
      <a:hlink>
        <a:srgbClr val="7500C0"/>
      </a:hlink>
      <a:folHlink>
        <a:srgbClr val="460073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0" id="{C00EB2C1-B526-F548-AF64-FD10065D7E5F}" vid="{C7D4C087-F6B1-4649-903F-3FEF709D25B8}"/>
    </a:ext>
  </a:extLst>
</a:theme>
</file>

<file path=ppt/theme/theme3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4.xml><?xml version="1.0" encoding="utf-8"?>
<a:theme xmlns:a="http://schemas.openxmlformats.org/drawingml/2006/main" name="1_Accenture 2025">
  <a:themeElements>
    <a:clrScheme name="Accenture">
      <a:dk1>
        <a:srgbClr val="000000"/>
      </a:dk1>
      <a:lt1>
        <a:srgbClr val="FFFFFF"/>
      </a:lt1>
      <a:dk2>
        <a:srgbClr val="A100FF"/>
      </a:dk2>
      <a:lt2>
        <a:srgbClr val="460073"/>
      </a:lt2>
      <a:accent1>
        <a:srgbClr val="7500C0"/>
      </a:accent1>
      <a:accent2>
        <a:srgbClr val="C2A3FF"/>
      </a:accent2>
      <a:accent3>
        <a:srgbClr val="E6DCFF"/>
      </a:accent3>
      <a:accent4>
        <a:srgbClr val="FF50A0"/>
      </a:accent4>
      <a:accent5>
        <a:srgbClr val="224BFF"/>
      </a:accent5>
      <a:accent6>
        <a:srgbClr val="05F2DB"/>
      </a:accent6>
      <a:hlink>
        <a:srgbClr val="A100FF"/>
      </a:hlink>
      <a:folHlink>
        <a:srgbClr val="7500C0"/>
      </a:folHlink>
    </a:clrScheme>
    <a:fontScheme name="GraphikReg-GraphikSemiB">
      <a:majorFont>
        <a:latin typeface="Graphik-Semibold"/>
        <a:ea typeface=""/>
        <a:cs typeface=""/>
      </a:majorFont>
      <a:minorFont>
        <a:latin typeface="Graphik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FY25-Branding-Guidelines_Graphik_v22_Accessibility" id="{B24F0E14-DE31-5248-A702-F861AB2F5F31}" vid="{E2D4869B-0EAF-0144-9FC0-81C17233BA3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503</Words>
  <Application>Microsoft Office PowerPoint</Application>
  <PresentationFormat>Widescreen</PresentationFormat>
  <Paragraphs>117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5</vt:i4>
      </vt:variant>
    </vt:vector>
  </HeadingPairs>
  <TitlesOfParts>
    <vt:vector size="23" baseType="lpstr">
      <vt:lpstr>Aptos</vt:lpstr>
      <vt:lpstr>Arial</vt:lpstr>
      <vt:lpstr>Calibri</vt:lpstr>
      <vt:lpstr>Calibri Light</vt:lpstr>
      <vt:lpstr>Graphik</vt:lpstr>
      <vt:lpstr>Graphik Black</vt:lpstr>
      <vt:lpstr>Graphik Extralight</vt:lpstr>
      <vt:lpstr>Graphik Medium</vt:lpstr>
      <vt:lpstr>Graphik Regular</vt:lpstr>
      <vt:lpstr>Graphik Semibold</vt:lpstr>
      <vt:lpstr>Graphik-Semibold</vt:lpstr>
      <vt:lpstr>GT Sectra Fine Rg</vt:lpstr>
      <vt:lpstr>System Font</vt:lpstr>
      <vt:lpstr>Wingdings</vt:lpstr>
      <vt:lpstr>Accenture 2025</vt:lpstr>
      <vt:lpstr>Titles</vt:lpstr>
      <vt:lpstr>1_Office Theme</vt:lpstr>
      <vt:lpstr>1_Accenture 2025</vt:lpstr>
      <vt:lpstr>PowerPoint Presentation</vt:lpstr>
      <vt:lpstr>Team details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Tolentino, Ma. Antonette</dc:creator>
  <cp:lastModifiedBy>Jaya Mani Sree</cp:lastModifiedBy>
  <cp:revision>13</cp:revision>
  <dcterms:created xsi:type="dcterms:W3CDTF">2026-07-24T04:09:52Z</dcterms:created>
  <dcterms:modified xsi:type="dcterms:W3CDTF">2026-08-16T09:10:02Z</dcterms:modified>
</cp:coreProperties>
</file>